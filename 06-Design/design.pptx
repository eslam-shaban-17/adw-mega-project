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1" r:id="rId2"/>
    <p:sldId id="256" r:id="rId3"/>
    <p:sldId id="259" r:id="rId4"/>
    <p:sldId id="257" r:id="rId5"/>
    <p:sldId id="261" r:id="rId6"/>
    <p:sldId id="262" r:id="rId7"/>
    <p:sldId id="260" r:id="rId8"/>
    <p:sldId id="258" r:id="rId9"/>
    <p:sldId id="264" r:id="rId10"/>
    <p:sldId id="263" r:id="rId11"/>
    <p:sldId id="266" r:id="rId12"/>
    <p:sldId id="265" r:id="rId13"/>
    <p:sldId id="268" r:id="rId14"/>
    <p:sldId id="267" r:id="rId15"/>
    <p:sldId id="270" r:id="rId16"/>
    <p:sldId id="269" r:id="rId17"/>
    <p:sldId id="272" r:id="rId18"/>
    <p:sldId id="271" r:id="rId19"/>
    <p:sldId id="274" r:id="rId20"/>
    <p:sldId id="273" r:id="rId21"/>
    <p:sldId id="277" r:id="rId22"/>
    <p:sldId id="275" r:id="rId23"/>
    <p:sldId id="278" r:id="rId24"/>
    <p:sldId id="276" r:id="rId25"/>
    <p:sldId id="280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FF8"/>
    <a:srgbClr val="FFFFFF"/>
    <a:srgbClr val="888FCE"/>
    <a:srgbClr val="2E4164"/>
    <a:srgbClr val="415E91"/>
    <a:srgbClr val="605E5C"/>
    <a:srgbClr val="CBCBCB"/>
    <a:srgbClr val="4B64AB"/>
    <a:srgbClr val="4969A1"/>
    <a:srgbClr val="4759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04817-C411-4C83-9ACD-78AF2C04EF3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156E73-BC53-4BD2-B768-3951C8C63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2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AE646-A452-6C1D-40AD-EC080D771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95DC3-FD69-65B7-4292-AF082447C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A40C1-49B7-06BE-C55A-44F4D86BB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35180-CFA0-8BF9-FE92-1883B56BD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56E73-BC53-4BD2-B768-3951C8C63A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028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56E73-BC53-4BD2-B768-3951C8C63A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3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56E73-BC53-4BD2-B768-3951C8C63A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5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56E73-BC53-4BD2-B768-3951C8C63A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54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59BA-978A-7040-19E8-055122508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81AC7-0D2A-B762-9250-26F07D9B2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8620A-1C49-6905-8FE5-2A19D5535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9F8A-1B17-4692-B5EE-9151A33C05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177AA-E609-D4B8-2065-E43EA749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238E6-4C94-9B3C-E63C-D9D977DBC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8433-6FD3-4564-9165-17F2C9DAC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1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E41E9-A7A6-6D6F-454A-BAE95BD9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FBBA0-8779-436B-A706-3615524EB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D843B-5D6B-228E-7151-951EA918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9F8A-1B17-4692-B5EE-9151A33C05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6B8B9-94AE-3D2B-AD98-172C0E8D7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EDA07-47B7-3C9B-3315-C2F73061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8433-6FD3-4564-9165-17F2C9DAC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23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8CF5-15BF-D3ED-7B87-B9A21FE2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9105C-85E3-4A47-A0F1-0097BA686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106D2-34F7-D695-30D5-023750AB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9F8A-1B17-4692-B5EE-9151A33C05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7B5E3-6F8D-8A15-2EEA-5FFF806D1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246F7-A0E9-0AD6-D8DC-0829D870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8433-6FD3-4564-9165-17F2C9DAC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545D-1606-EC68-124B-EE6018596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C0622-62AE-16B1-AF02-4B0DA1A61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B891B-49B9-C7DB-F5F2-1BE90ABF6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2F483-91C0-B8A2-EA3E-803A3A9B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9F8A-1B17-4692-B5EE-9151A33C05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AEF55-C132-59B6-B310-DAC9EC55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1E2F0-B574-DEBD-1203-CDE7FAC5D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8433-6FD3-4564-9165-17F2C9DAC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0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88C4-891C-B0A5-8ACD-4337C82BA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777C0-6A5A-F929-8345-937D385B0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129DE-455E-DCE6-FE5F-9F1A8A249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F403E2-7E2F-C2CC-C5E6-E61AE8852B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FC0442-C118-09CB-7D9F-CE75534EE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BF312A-C3C3-1517-F29D-5B2C8B753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9F8A-1B17-4692-B5EE-9151A33C05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072B1D-0EC9-DDFF-EB82-2DA48274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5F5631-2A41-C014-710E-73AB2426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8433-6FD3-4564-9165-17F2C9DAC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02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26DDD-603B-AB19-3321-67132A7C0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6727E-762E-0514-CF9E-7FABDD3F5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9F8A-1B17-4692-B5EE-9151A33C05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B04EE-797D-70EA-9768-E8515A7E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1FDCF-6735-B9AB-A413-66B2025B2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8433-6FD3-4564-9165-17F2C9DAC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7AFFC-99AA-15BC-6013-60FAFF57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9F8A-1B17-4692-B5EE-9151A33C05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9092EB-5AE2-2866-4A3A-F6740EB1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99DAE-27DA-4436-39A5-CABC7D303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8433-6FD3-4564-9165-17F2C9DAC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6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2A2B-F8B5-606C-77BC-97E6CEC68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F7C62-058C-9446-8289-70FD7776D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3FFAA-FC71-D0C1-5033-C0F96B13F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E58C2-B53B-3EB4-4FA2-EEACC8122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9F8A-1B17-4692-B5EE-9151A33C05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C69C4-86A2-4731-BF0D-F4147AA6E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E1DF5-ADE4-9A24-7DFA-723487D9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8433-6FD3-4564-9165-17F2C9DAC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1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DFDC-BC5E-051F-0591-69AC82081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F46B9C-1DBF-BC3A-CA19-957D493D2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1FB0F-15B3-3828-594D-0D01B7803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CF26A-BE84-8662-C0E5-D4A22853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9F8A-1B17-4692-B5EE-9151A33C05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FD1D1-3EEB-CA5F-1C56-1347FCDDF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884D3-68F3-DEC0-01F0-8068133B3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8433-6FD3-4564-9165-17F2C9DAC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10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394B8-FAA9-9474-6E5E-EC019DB9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9E24E-81EF-00D6-ED90-9ECA5A434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CDB1D-2FEC-76A7-E2F3-F9BDD624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9F8A-1B17-4692-B5EE-9151A33C05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302E3-09A8-1375-AE6B-D27D31C47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2A47A-E7F1-B4C1-00D0-C93F9BA6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8433-6FD3-4564-9165-17F2C9DAC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3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D37B0F-2332-3F37-7A8A-DFC25B6BA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C1FFC-9E77-6C74-9224-00A6470CE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0A123-4E83-A045-2872-8044A91BB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9F8A-1B17-4692-B5EE-9151A33C05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F6473-E8A9-8732-DF85-EF5FA7D0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457EB-63B6-5465-5B55-0EF8B2D77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8433-6FD3-4564-9165-17F2C9DAC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8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D8022-3FBC-262B-C72F-702593558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5167E-884B-C3CA-313E-CF9370D68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F613C-C767-DA13-E7BE-81EE5E365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E9F8A-1B17-4692-B5EE-9151A33C05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76237-F2A3-A624-1252-B83A0EF23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858E-D534-1773-1AB5-AF2543A01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28433-6FD3-4564-9165-17F2C9DAC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39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3B711F-C3BB-F0AD-2088-184F331ED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38" y="0"/>
            <a:ext cx="113790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9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06E1F3-BE36-2929-AEC5-4CEEA850902B}"/>
              </a:ext>
            </a:extLst>
          </p:cNvPr>
          <p:cNvSpPr/>
          <p:nvPr/>
        </p:nvSpPr>
        <p:spPr>
          <a:xfrm>
            <a:off x="2324100" y="876587"/>
            <a:ext cx="1412240" cy="558800"/>
          </a:xfrm>
          <a:prstGeom prst="rect">
            <a:avLst/>
          </a:prstGeom>
          <a:solidFill>
            <a:srgbClr val="F5F5F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3745E6-04E3-A65F-F0AB-88CD5CCC3F15}"/>
              </a:ext>
            </a:extLst>
          </p:cNvPr>
          <p:cNvSpPr/>
          <p:nvPr/>
        </p:nvSpPr>
        <p:spPr>
          <a:xfrm>
            <a:off x="2299970" y="1706284"/>
            <a:ext cx="1412240" cy="558800"/>
          </a:xfrm>
          <a:prstGeom prst="rect">
            <a:avLst/>
          </a:prstGeom>
          <a:solidFill>
            <a:srgbClr val="1F4E78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E78C33-DDA6-C6A3-8E01-06800D3FDC17}"/>
              </a:ext>
            </a:extLst>
          </p:cNvPr>
          <p:cNvSpPr/>
          <p:nvPr/>
        </p:nvSpPr>
        <p:spPr>
          <a:xfrm>
            <a:off x="2299970" y="2455931"/>
            <a:ext cx="1412240" cy="558800"/>
          </a:xfrm>
          <a:prstGeom prst="rect">
            <a:avLst/>
          </a:prstGeom>
          <a:solidFill>
            <a:srgbClr val="FF6B3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E7FCC3-1DC8-4DB3-1FBD-F0A41A59FE01}"/>
              </a:ext>
            </a:extLst>
          </p:cNvPr>
          <p:cNvSpPr/>
          <p:nvPr/>
        </p:nvSpPr>
        <p:spPr>
          <a:xfrm>
            <a:off x="2275840" y="3178308"/>
            <a:ext cx="1412240" cy="369332"/>
          </a:xfrm>
          <a:prstGeom prst="rect">
            <a:avLst/>
          </a:prstGeom>
          <a:solidFill>
            <a:srgbClr val="2ECC7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908AA-F30F-E228-9A73-2D31AB05626A}"/>
              </a:ext>
            </a:extLst>
          </p:cNvPr>
          <p:cNvSpPr txBox="1"/>
          <p:nvPr/>
        </p:nvSpPr>
        <p:spPr>
          <a:xfrm>
            <a:off x="45720" y="1569680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Header Section</a:t>
            </a:r>
            <a:r>
              <a:rPr lang="en-US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3F18D3-8B1C-4223-2BF9-4A4F71A05EC1}"/>
              </a:ext>
            </a:extLst>
          </p:cNvPr>
          <p:cNvSpPr txBox="1"/>
          <p:nvPr/>
        </p:nvSpPr>
        <p:spPr>
          <a:xfrm>
            <a:off x="76200" y="1951672"/>
            <a:ext cx="163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Primary Data: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98A5C-A719-C6F7-F687-0A3C13BF53C1}"/>
              </a:ext>
            </a:extLst>
          </p:cNvPr>
          <p:cNvSpPr txBox="1"/>
          <p:nvPr/>
        </p:nvSpPr>
        <p:spPr>
          <a:xfrm>
            <a:off x="-17780" y="1003022"/>
            <a:ext cx="234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Canvas Background</a:t>
            </a:r>
            <a:r>
              <a:rPr lang="en-US" dirty="0"/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3B8F54-9FA9-E5DD-399C-F9E8C54B71EB}"/>
              </a:ext>
            </a:extLst>
          </p:cNvPr>
          <p:cNvSpPr txBox="1"/>
          <p:nvPr/>
        </p:nvSpPr>
        <p:spPr>
          <a:xfrm>
            <a:off x="7620" y="2512744"/>
            <a:ext cx="199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Secondary Data</a:t>
            </a:r>
            <a:r>
              <a:rPr lang="en-US" dirty="0"/>
              <a:t>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4756D7-C603-2009-C52A-72E24C67D7D4}"/>
              </a:ext>
            </a:extLst>
          </p:cNvPr>
          <p:cNvSpPr txBox="1"/>
          <p:nvPr/>
        </p:nvSpPr>
        <p:spPr>
          <a:xfrm>
            <a:off x="-17780" y="3109644"/>
            <a:ext cx="1950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Positive/Growth: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261634-85F7-CB85-718C-58C73A51528D}"/>
              </a:ext>
            </a:extLst>
          </p:cNvPr>
          <p:cNvSpPr txBox="1"/>
          <p:nvPr/>
        </p:nvSpPr>
        <p:spPr>
          <a:xfrm>
            <a:off x="38100" y="3676302"/>
            <a:ext cx="209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Negative/Decline</a:t>
            </a:r>
            <a:r>
              <a:rPr lang="en-US" dirty="0"/>
              <a:t>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EF56F6-E578-21BF-D344-7773DB4314BE}"/>
              </a:ext>
            </a:extLst>
          </p:cNvPr>
          <p:cNvSpPr/>
          <p:nvPr/>
        </p:nvSpPr>
        <p:spPr>
          <a:xfrm>
            <a:off x="2275840" y="3708400"/>
            <a:ext cx="1412240" cy="409023"/>
          </a:xfrm>
          <a:prstGeom prst="rect">
            <a:avLst/>
          </a:prstGeom>
          <a:solidFill>
            <a:srgbClr val="E74C3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67AD1D-9818-1D4B-A4C2-5A4C70F43AC7}"/>
              </a:ext>
            </a:extLst>
          </p:cNvPr>
          <p:cNvSpPr txBox="1"/>
          <p:nvPr/>
        </p:nvSpPr>
        <p:spPr>
          <a:xfrm>
            <a:off x="48260" y="4117423"/>
            <a:ext cx="103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Neutral</a:t>
            </a:r>
            <a:r>
              <a:rPr lang="en-US" dirty="0"/>
              <a:t>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A3DABF-C1B1-18A3-1102-B1CBEA605F91}"/>
              </a:ext>
            </a:extLst>
          </p:cNvPr>
          <p:cNvSpPr/>
          <p:nvPr/>
        </p:nvSpPr>
        <p:spPr>
          <a:xfrm>
            <a:off x="2275840" y="4261885"/>
            <a:ext cx="1412240" cy="369332"/>
          </a:xfrm>
          <a:prstGeom prst="rect">
            <a:avLst/>
          </a:prstGeom>
          <a:solidFill>
            <a:srgbClr val="95A5A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55EC20-5EDC-7E36-4451-4D930C026B1B}"/>
              </a:ext>
            </a:extLst>
          </p:cNvPr>
          <p:cNvSpPr txBox="1"/>
          <p:nvPr/>
        </p:nvSpPr>
        <p:spPr>
          <a:xfrm>
            <a:off x="4079240" y="894645"/>
            <a:ext cx="70764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Background Colors: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Canvas Background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#F5F5F5</a:t>
            </a:r>
            <a:r>
              <a:rPr lang="en-US" dirty="0"/>
              <a:t> (Light Gray) - Easy on eyes, professional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Visual Background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#FFFFFF</a:t>
            </a:r>
            <a:r>
              <a:rPr lang="en-US" dirty="0"/>
              <a:t> (White) - Clean contrast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Header Section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#1F4E78</a:t>
            </a:r>
            <a:r>
              <a:rPr lang="en-US" dirty="0"/>
              <a:t> (Dark Blue) - Professional, corporate</a:t>
            </a:r>
          </a:p>
          <a:p>
            <a:r>
              <a:rPr lang="en-US" dirty="0"/>
              <a:t>--------------------------------------------------------------------</a:t>
            </a:r>
          </a:p>
          <a:p>
            <a:pPr>
              <a:buNone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 Colors: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Primary Data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#1F4E78</a:t>
            </a:r>
            <a:r>
              <a:rPr lang="en-US" dirty="0"/>
              <a:t> (Dark Blue) - Main bars, 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Secondary Data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#FF6B35</a:t>
            </a:r>
            <a:r>
              <a:rPr lang="en-US" dirty="0"/>
              <a:t> (Orange) - Comparison, accents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Positive/Growth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#2ECC71</a:t>
            </a:r>
            <a:r>
              <a:rPr lang="en-US" dirty="0"/>
              <a:t> (Green) - Up arrows, positive variance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Negative/Decline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#E74C3C</a:t>
            </a:r>
            <a:r>
              <a:rPr lang="en-US" dirty="0"/>
              <a:t> (Red) - Down arrows, negative variance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Neutral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#95A5A6</a:t>
            </a:r>
            <a:r>
              <a:rPr lang="en-US" dirty="0"/>
              <a:t> (Gray) - Supporting elements</a:t>
            </a:r>
          </a:p>
          <a:p>
            <a:r>
              <a:rPr lang="en-US" dirty="0"/>
              <a:t>--------------------------------------------------------------------</a:t>
            </a:r>
          </a:p>
          <a:p>
            <a:pPr>
              <a:buNone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Text Colors: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Primary Text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#2C3E50</a:t>
            </a:r>
            <a:r>
              <a:rPr lang="en-US" dirty="0"/>
              <a:t> (Dark Gray) - Main labels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Secondary Text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#7F8C8D</a:t>
            </a:r>
            <a:r>
              <a:rPr lang="en-US" dirty="0"/>
              <a:t> (Medium Gray) - Subtitles, descriptions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KPI Values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#1F4E78</a:t>
            </a:r>
            <a:r>
              <a:rPr lang="en-US" dirty="0"/>
              <a:t> (Dark Blue) - Bold, important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White Text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#FFFFFF</a:t>
            </a:r>
            <a:r>
              <a:rPr lang="en-US" dirty="0"/>
              <a:t> - On dark backgrounds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1476CB-65C5-CB98-2F57-55817BBE5517}"/>
              </a:ext>
            </a:extLst>
          </p:cNvPr>
          <p:cNvSpPr txBox="1"/>
          <p:nvPr/>
        </p:nvSpPr>
        <p:spPr>
          <a:xfrm>
            <a:off x="-59690" y="4688030"/>
            <a:ext cx="1543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Primary Text</a:t>
            </a:r>
            <a:r>
              <a:rPr lang="en-US" dirty="0"/>
              <a:t>: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010A59-9DA0-32DA-6CA8-1E16933CC897}"/>
              </a:ext>
            </a:extLst>
          </p:cNvPr>
          <p:cNvSpPr/>
          <p:nvPr/>
        </p:nvSpPr>
        <p:spPr>
          <a:xfrm>
            <a:off x="2275840" y="4818367"/>
            <a:ext cx="1412240" cy="369332"/>
          </a:xfrm>
          <a:prstGeom prst="rect">
            <a:avLst/>
          </a:prstGeom>
          <a:solidFill>
            <a:srgbClr val="2C3E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C59B97-0388-334B-AA13-9AFC366C01D4}"/>
              </a:ext>
            </a:extLst>
          </p:cNvPr>
          <p:cNvSpPr txBox="1"/>
          <p:nvPr/>
        </p:nvSpPr>
        <p:spPr>
          <a:xfrm>
            <a:off x="-35560" y="5353594"/>
            <a:ext cx="1851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Secondary Text: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B65955-6FDB-4350-15D1-5DB42F278A25}"/>
              </a:ext>
            </a:extLst>
          </p:cNvPr>
          <p:cNvSpPr/>
          <p:nvPr/>
        </p:nvSpPr>
        <p:spPr>
          <a:xfrm>
            <a:off x="2241550" y="5408347"/>
            <a:ext cx="1412240" cy="369332"/>
          </a:xfrm>
          <a:prstGeom prst="rect">
            <a:avLst/>
          </a:prstGeom>
          <a:solidFill>
            <a:srgbClr val="7F8C8D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F829D6-B7C3-C871-E2C0-329A221092D5}"/>
              </a:ext>
            </a:extLst>
          </p:cNvPr>
          <p:cNvSpPr txBox="1"/>
          <p:nvPr/>
        </p:nvSpPr>
        <p:spPr>
          <a:xfrm>
            <a:off x="45720" y="5888930"/>
            <a:ext cx="141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KPI Values</a:t>
            </a:r>
            <a:r>
              <a:rPr lang="en-US" dirty="0"/>
              <a:t>: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D5664B-C709-78B1-658C-C170FE851383}"/>
              </a:ext>
            </a:extLst>
          </p:cNvPr>
          <p:cNvSpPr/>
          <p:nvPr/>
        </p:nvSpPr>
        <p:spPr>
          <a:xfrm>
            <a:off x="2241550" y="5921019"/>
            <a:ext cx="1412240" cy="369332"/>
          </a:xfrm>
          <a:prstGeom prst="rect">
            <a:avLst/>
          </a:prstGeom>
          <a:solidFill>
            <a:srgbClr val="1F4E78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CD6441-A89C-B055-A233-12848B93025F}"/>
              </a:ext>
            </a:extLst>
          </p:cNvPr>
          <p:cNvSpPr txBox="1"/>
          <p:nvPr/>
        </p:nvSpPr>
        <p:spPr>
          <a:xfrm>
            <a:off x="4925060" y="169902"/>
            <a:ext cx="234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Old design colors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100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B7A491-CB4D-A430-B769-B20CC7F5B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5" y="0"/>
            <a:ext cx="12160129" cy="6858000"/>
          </a:xfrm>
          <a:prstGeom prst="rect">
            <a:avLst/>
          </a:prstGeom>
          <a:solidFill>
            <a:srgbClr val="EEEFF8"/>
          </a:solidFill>
        </p:spPr>
      </p:pic>
    </p:spTree>
    <p:extLst>
      <p:ext uri="{BB962C8B-B14F-4D97-AF65-F5344CB8AC3E}">
        <p14:creationId xmlns:p14="http://schemas.microsoft.com/office/powerpoint/2010/main" val="3066665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1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1FF965-101D-CEAA-4FF3-CFEDCD653C2C}"/>
              </a:ext>
            </a:extLst>
          </p:cNvPr>
          <p:cNvSpPr/>
          <p:nvPr/>
        </p:nvSpPr>
        <p:spPr>
          <a:xfrm>
            <a:off x="684530" y="365164"/>
            <a:ext cx="1412240" cy="558800"/>
          </a:xfrm>
          <a:prstGeom prst="rect">
            <a:avLst/>
          </a:prstGeom>
          <a:solidFill>
            <a:srgbClr val="29355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E2684-F59D-7AD0-D301-45F6BA51C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" y="1216286"/>
            <a:ext cx="10170160" cy="54994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97F7B3-B429-20E8-7D4E-F99C2D1466A7}"/>
              </a:ext>
            </a:extLst>
          </p:cNvPr>
          <p:cNvSpPr/>
          <p:nvPr/>
        </p:nvSpPr>
        <p:spPr>
          <a:xfrm>
            <a:off x="2482850" y="365164"/>
            <a:ext cx="1412240" cy="558800"/>
          </a:xfrm>
          <a:prstGeom prst="rect">
            <a:avLst/>
          </a:prstGeom>
          <a:solidFill>
            <a:srgbClr val="3D518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1D1B20-7303-6311-717B-401BEBC30781}"/>
              </a:ext>
            </a:extLst>
          </p:cNvPr>
          <p:cNvSpPr/>
          <p:nvPr/>
        </p:nvSpPr>
        <p:spPr>
          <a:xfrm>
            <a:off x="4387215" y="365164"/>
            <a:ext cx="1412240" cy="558800"/>
          </a:xfrm>
          <a:prstGeom prst="rect">
            <a:avLst/>
          </a:prstGeom>
          <a:solidFill>
            <a:srgbClr val="AAAAC9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09E576-4D22-60AE-CEEE-3A4CE8450A79}"/>
              </a:ext>
            </a:extLst>
          </p:cNvPr>
          <p:cNvSpPr/>
          <p:nvPr/>
        </p:nvSpPr>
        <p:spPr>
          <a:xfrm>
            <a:off x="6291580" y="365164"/>
            <a:ext cx="1412240" cy="558800"/>
          </a:xfrm>
          <a:prstGeom prst="rect">
            <a:avLst/>
          </a:prstGeom>
          <a:solidFill>
            <a:srgbClr val="CBCBCB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B5B302-D7CA-B9E6-7DB5-A37A4EACD25A}"/>
              </a:ext>
            </a:extLst>
          </p:cNvPr>
          <p:cNvSpPr/>
          <p:nvPr/>
        </p:nvSpPr>
        <p:spPr>
          <a:xfrm>
            <a:off x="7998460" y="400128"/>
            <a:ext cx="1412240" cy="558800"/>
          </a:xfrm>
          <a:prstGeom prst="rect">
            <a:avLst/>
          </a:prstGeom>
          <a:solidFill>
            <a:srgbClr val="F1F2F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19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035CC9-87A3-DACC-4D2A-67C5AEAE4924}"/>
              </a:ext>
            </a:extLst>
          </p:cNvPr>
          <p:cNvSpPr/>
          <p:nvPr/>
        </p:nvSpPr>
        <p:spPr>
          <a:xfrm>
            <a:off x="2814320" y="1126002"/>
            <a:ext cx="1412240" cy="558800"/>
          </a:xfrm>
          <a:prstGeom prst="rect">
            <a:avLst/>
          </a:prstGeom>
          <a:solidFill>
            <a:srgbClr val="29355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1A7D39-37CA-FBDA-90C1-CA06BAC725B4}"/>
              </a:ext>
            </a:extLst>
          </p:cNvPr>
          <p:cNvSpPr/>
          <p:nvPr/>
        </p:nvSpPr>
        <p:spPr>
          <a:xfrm>
            <a:off x="2814320" y="4723528"/>
            <a:ext cx="1412240" cy="537785"/>
          </a:xfrm>
          <a:prstGeom prst="rect">
            <a:avLst/>
          </a:prstGeom>
          <a:solidFill>
            <a:srgbClr val="3D518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ABC05-63CF-947F-1762-BEB210AB8D68}"/>
              </a:ext>
            </a:extLst>
          </p:cNvPr>
          <p:cNvSpPr/>
          <p:nvPr/>
        </p:nvSpPr>
        <p:spPr>
          <a:xfrm>
            <a:off x="2814320" y="1957981"/>
            <a:ext cx="1412240" cy="558800"/>
          </a:xfrm>
          <a:prstGeom prst="rect">
            <a:avLst/>
          </a:prstGeom>
          <a:solidFill>
            <a:srgbClr val="AAAAC9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BE82FF-66C0-5BD3-1A41-2EC6842BAAD4}"/>
              </a:ext>
            </a:extLst>
          </p:cNvPr>
          <p:cNvSpPr/>
          <p:nvPr/>
        </p:nvSpPr>
        <p:spPr>
          <a:xfrm>
            <a:off x="2814320" y="5441289"/>
            <a:ext cx="1412240" cy="558800"/>
          </a:xfrm>
          <a:prstGeom prst="rect">
            <a:avLst/>
          </a:prstGeom>
          <a:solidFill>
            <a:srgbClr val="CBCBCB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E64102-6F3D-28EE-B09D-29C3F685F398}"/>
              </a:ext>
            </a:extLst>
          </p:cNvPr>
          <p:cNvSpPr/>
          <p:nvPr/>
        </p:nvSpPr>
        <p:spPr>
          <a:xfrm>
            <a:off x="2783420" y="516018"/>
            <a:ext cx="1412240" cy="558800"/>
          </a:xfrm>
          <a:prstGeom prst="rect">
            <a:avLst/>
          </a:prstGeom>
          <a:solidFill>
            <a:srgbClr val="F1F2F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9E8FF3-FE28-15BF-A6A4-651D7E33DF65}"/>
              </a:ext>
            </a:extLst>
          </p:cNvPr>
          <p:cNvSpPr/>
          <p:nvPr/>
        </p:nvSpPr>
        <p:spPr>
          <a:xfrm>
            <a:off x="2801620" y="6146065"/>
            <a:ext cx="1412240" cy="558800"/>
          </a:xfrm>
          <a:prstGeom prst="rect">
            <a:avLst/>
          </a:prstGeom>
          <a:solidFill>
            <a:srgbClr val="FF6B3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D47BF-3BFC-A984-9ACA-F899824CA572}"/>
              </a:ext>
            </a:extLst>
          </p:cNvPr>
          <p:cNvSpPr/>
          <p:nvPr/>
        </p:nvSpPr>
        <p:spPr>
          <a:xfrm>
            <a:off x="2801620" y="2694841"/>
            <a:ext cx="1412240" cy="369332"/>
          </a:xfrm>
          <a:prstGeom prst="rect">
            <a:avLst/>
          </a:prstGeom>
          <a:solidFill>
            <a:srgbClr val="7F8C8D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E9DAE5-1121-0463-B7BD-5D88B41C76C3}"/>
              </a:ext>
            </a:extLst>
          </p:cNvPr>
          <p:cNvSpPr/>
          <p:nvPr/>
        </p:nvSpPr>
        <p:spPr>
          <a:xfrm>
            <a:off x="2814320" y="3929131"/>
            <a:ext cx="1412240" cy="369332"/>
          </a:xfrm>
          <a:prstGeom prst="rect">
            <a:avLst/>
          </a:prstGeom>
          <a:solidFill>
            <a:srgbClr val="1F4E78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9F0B3-942F-D3A5-D831-672B7491B0D7}"/>
              </a:ext>
            </a:extLst>
          </p:cNvPr>
          <p:cNvSpPr txBox="1"/>
          <p:nvPr/>
        </p:nvSpPr>
        <p:spPr>
          <a:xfrm>
            <a:off x="26670" y="4708713"/>
            <a:ext cx="2277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Primary Data (visuals)</a:t>
            </a:r>
            <a:r>
              <a:rPr lang="en-US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CE546-2E6A-8482-E2E5-FF88B022A52A}"/>
              </a:ext>
            </a:extLst>
          </p:cNvPr>
          <p:cNvSpPr txBox="1"/>
          <p:nvPr/>
        </p:nvSpPr>
        <p:spPr>
          <a:xfrm>
            <a:off x="39370" y="3929131"/>
            <a:ext cx="2094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All Visuals Titles</a:t>
            </a:r>
            <a:r>
              <a:rPr lang="en-US" dirty="0"/>
              <a:t>: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633C2D-B8A4-F4D6-B862-ACB7F5E7DD4C}"/>
              </a:ext>
            </a:extLst>
          </p:cNvPr>
          <p:cNvSpPr txBox="1"/>
          <p:nvPr/>
        </p:nvSpPr>
        <p:spPr>
          <a:xfrm>
            <a:off x="39370" y="3353177"/>
            <a:ext cx="2531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Visual (x-axis &amp; y-axis) Title</a:t>
            </a:r>
            <a:r>
              <a:rPr lang="en-US" dirty="0"/>
              <a:t>: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621EF7-F3C2-0B52-F732-FEE8BEFDC5B6}"/>
              </a:ext>
            </a:extLst>
          </p:cNvPr>
          <p:cNvSpPr txBox="1"/>
          <p:nvPr/>
        </p:nvSpPr>
        <p:spPr>
          <a:xfrm>
            <a:off x="-51435" y="5367049"/>
            <a:ext cx="1993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Secondary Data</a:t>
            </a:r>
            <a:br>
              <a:rPr lang="en-US" b="1" dirty="0">
                <a:effectLst/>
              </a:rPr>
            </a:br>
            <a:r>
              <a:rPr lang="en-US" b="1" dirty="0"/>
              <a:t>(visuals)</a:t>
            </a:r>
            <a:r>
              <a:rPr lang="en-US" dirty="0"/>
              <a:t>: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1F9ADD-DDDD-8266-17BA-4CE412BDDDC8}"/>
              </a:ext>
            </a:extLst>
          </p:cNvPr>
          <p:cNvSpPr/>
          <p:nvPr/>
        </p:nvSpPr>
        <p:spPr>
          <a:xfrm>
            <a:off x="2814320" y="3307951"/>
            <a:ext cx="1412240" cy="369332"/>
          </a:xfrm>
          <a:prstGeom prst="rect">
            <a:avLst/>
          </a:prstGeom>
          <a:solidFill>
            <a:srgbClr val="605E5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C31DFE-E8F2-1452-13C1-475017DFE4AA}"/>
              </a:ext>
            </a:extLst>
          </p:cNvPr>
          <p:cNvSpPr txBox="1"/>
          <p:nvPr/>
        </p:nvSpPr>
        <p:spPr>
          <a:xfrm>
            <a:off x="0" y="2074108"/>
            <a:ext cx="2094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Bg</a:t>
            </a:r>
            <a:r>
              <a:rPr lang="en-US" b="1" dirty="0"/>
              <a:t> of canvas</a:t>
            </a:r>
            <a:r>
              <a:rPr lang="en-US" dirty="0"/>
              <a:t>: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6D3E31-51B8-5AB6-676E-BAFF631473D7}"/>
              </a:ext>
            </a:extLst>
          </p:cNvPr>
          <p:cNvSpPr txBox="1"/>
          <p:nvPr/>
        </p:nvSpPr>
        <p:spPr>
          <a:xfrm>
            <a:off x="0" y="1095802"/>
            <a:ext cx="20942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Bg</a:t>
            </a:r>
            <a:r>
              <a:rPr lang="en-US" b="1" dirty="0"/>
              <a:t> of sidebar, header</a:t>
            </a:r>
            <a:r>
              <a:rPr lang="en-US" dirty="0"/>
              <a:t>: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BECD8E-731E-136A-6815-451D43899237}"/>
              </a:ext>
            </a:extLst>
          </p:cNvPr>
          <p:cNvSpPr txBox="1"/>
          <p:nvPr/>
        </p:nvSpPr>
        <p:spPr>
          <a:xfrm>
            <a:off x="39370" y="2701784"/>
            <a:ext cx="2277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KPI card title</a:t>
            </a:r>
            <a:r>
              <a:rPr lang="en-US" dirty="0"/>
              <a:t>: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B9C866-E2A3-294D-FF36-8E0EE3D7DCEB}"/>
              </a:ext>
            </a:extLst>
          </p:cNvPr>
          <p:cNvSpPr txBox="1"/>
          <p:nvPr/>
        </p:nvSpPr>
        <p:spPr>
          <a:xfrm>
            <a:off x="-92710" y="6100919"/>
            <a:ext cx="1993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Third Data</a:t>
            </a:r>
            <a:br>
              <a:rPr lang="en-US" b="1" dirty="0">
                <a:effectLst/>
              </a:rPr>
            </a:br>
            <a:r>
              <a:rPr lang="en-US" b="1" dirty="0"/>
              <a:t>(visuals)</a:t>
            </a:r>
            <a:r>
              <a:rPr lang="en-US" dirty="0"/>
              <a:t>: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0EC537-EAEE-3E32-7740-57B32A76EDAB}"/>
              </a:ext>
            </a:extLst>
          </p:cNvPr>
          <p:cNvSpPr/>
          <p:nvPr/>
        </p:nvSpPr>
        <p:spPr>
          <a:xfrm>
            <a:off x="39370" y="2588937"/>
            <a:ext cx="6607810" cy="45719"/>
          </a:xfrm>
          <a:prstGeom prst="rect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557999-58C7-B13B-7849-6172CAEA7B6C}"/>
              </a:ext>
            </a:extLst>
          </p:cNvPr>
          <p:cNvSpPr/>
          <p:nvPr/>
        </p:nvSpPr>
        <p:spPr>
          <a:xfrm>
            <a:off x="39370" y="4536179"/>
            <a:ext cx="6607810" cy="45719"/>
          </a:xfrm>
          <a:prstGeom prst="rect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#1F4E78</a:t>
            </a:r>
          </a:p>
        </p:txBody>
      </p:sp>
      <p:pic>
        <p:nvPicPr>
          <p:cNvPr id="25" name="Graphic 24" descr="Dog House outline">
            <a:extLst>
              <a:ext uri="{FF2B5EF4-FFF2-40B4-BE49-F238E27FC236}">
                <a16:creationId xmlns:a16="http://schemas.microsoft.com/office/drawing/2014/main" id="{0203BD2C-890F-AC7F-B4F1-52E195FAE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0160" y="4433222"/>
            <a:ext cx="914400" cy="914400"/>
          </a:xfrm>
          <a:prstGeom prst="rect">
            <a:avLst/>
          </a:prstGeom>
        </p:spPr>
      </p:pic>
      <p:pic>
        <p:nvPicPr>
          <p:cNvPr id="27" name="Graphic 26" descr="Address Book with solid fill">
            <a:extLst>
              <a:ext uri="{FF2B5EF4-FFF2-40B4-BE49-F238E27FC236}">
                <a16:creationId xmlns:a16="http://schemas.microsoft.com/office/drawing/2014/main" id="{F6953C51-CC53-B772-10A7-3D72711E33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94800" y="4433222"/>
            <a:ext cx="914400" cy="914400"/>
          </a:xfrm>
          <a:prstGeom prst="rect">
            <a:avLst/>
          </a:prstGeom>
        </p:spPr>
      </p:pic>
      <p:pic>
        <p:nvPicPr>
          <p:cNvPr id="29" name="Graphic 28" descr="Box with solid fill">
            <a:extLst>
              <a:ext uri="{FF2B5EF4-FFF2-40B4-BE49-F238E27FC236}">
                <a16:creationId xmlns:a16="http://schemas.microsoft.com/office/drawing/2014/main" id="{0726B369-6E9E-C405-AEA0-08FC542C1C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1120" y="3179354"/>
            <a:ext cx="914400" cy="914400"/>
          </a:xfrm>
          <a:prstGeom prst="rect">
            <a:avLst/>
          </a:prstGeom>
        </p:spPr>
      </p:pic>
      <p:pic>
        <p:nvPicPr>
          <p:cNvPr id="31" name="Graphic 30" descr="Customer review with solid fill">
            <a:extLst>
              <a:ext uri="{FF2B5EF4-FFF2-40B4-BE49-F238E27FC236}">
                <a16:creationId xmlns:a16="http://schemas.microsoft.com/office/drawing/2014/main" id="{10B40D4B-D7C4-A976-EEFC-177246D9E3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46640" y="4433222"/>
            <a:ext cx="914400" cy="914400"/>
          </a:xfrm>
          <a:prstGeom prst="rect">
            <a:avLst/>
          </a:prstGeom>
        </p:spPr>
      </p:pic>
      <p:pic>
        <p:nvPicPr>
          <p:cNvPr id="33" name="Graphic 32" descr="Trophy with solid fill">
            <a:extLst>
              <a:ext uri="{FF2B5EF4-FFF2-40B4-BE49-F238E27FC236}">
                <a16:creationId xmlns:a16="http://schemas.microsoft.com/office/drawing/2014/main" id="{B4F53592-7FA1-D200-2510-253C260C09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20240" y="3206320"/>
            <a:ext cx="914400" cy="914400"/>
          </a:xfrm>
          <a:prstGeom prst="rect">
            <a:avLst/>
          </a:prstGeom>
        </p:spPr>
      </p:pic>
      <p:pic>
        <p:nvPicPr>
          <p:cNvPr id="35" name="Graphic 34" descr="World with solid fill">
            <a:extLst>
              <a:ext uri="{FF2B5EF4-FFF2-40B4-BE49-F238E27FC236}">
                <a16:creationId xmlns:a16="http://schemas.microsoft.com/office/drawing/2014/main" id="{0E0FC61E-DEC1-3CD0-88BE-D416F28FAAA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94800" y="3206320"/>
            <a:ext cx="914400" cy="914400"/>
          </a:xfrm>
          <a:prstGeom prst="rect">
            <a:avLst/>
          </a:prstGeom>
        </p:spPr>
      </p:pic>
      <p:pic>
        <p:nvPicPr>
          <p:cNvPr id="37" name="Graphic 36" descr="Money with solid fill">
            <a:extLst>
              <a:ext uri="{FF2B5EF4-FFF2-40B4-BE49-F238E27FC236}">
                <a16:creationId xmlns:a16="http://schemas.microsoft.com/office/drawing/2014/main" id="{3BE5D5B7-8021-7257-6E98-6AB6EE4B16D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25760" y="3151223"/>
            <a:ext cx="914400" cy="914400"/>
          </a:xfrm>
          <a:prstGeom prst="rect">
            <a:avLst/>
          </a:prstGeom>
        </p:spPr>
      </p:pic>
      <p:pic>
        <p:nvPicPr>
          <p:cNvPr id="39" name="Graphic 38" descr="Upward trend with solid fill">
            <a:extLst>
              <a:ext uri="{FF2B5EF4-FFF2-40B4-BE49-F238E27FC236}">
                <a16:creationId xmlns:a16="http://schemas.microsoft.com/office/drawing/2014/main" id="{5793CECD-C04F-E639-4ABF-230B8E04876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846640" y="3191080"/>
            <a:ext cx="914400" cy="9144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D580CA7-6252-204E-E7F0-1FF0BF65FBF8}"/>
              </a:ext>
            </a:extLst>
          </p:cNvPr>
          <p:cNvSpPr txBox="1"/>
          <p:nvPr/>
        </p:nvSpPr>
        <p:spPr>
          <a:xfrm>
            <a:off x="7789120" y="4705756"/>
            <a:ext cx="69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$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D3D24D-349B-CFF8-17B7-57FA6C8FE3B2}"/>
              </a:ext>
            </a:extLst>
          </p:cNvPr>
          <p:cNvSpPr txBox="1"/>
          <p:nvPr/>
        </p:nvSpPr>
        <p:spPr>
          <a:xfrm>
            <a:off x="7028320" y="4724104"/>
            <a:ext cx="109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⛟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3EB747-FF3C-C11D-F345-1425101F9AB2}"/>
              </a:ext>
            </a:extLst>
          </p:cNvPr>
          <p:cNvSpPr txBox="1"/>
          <p:nvPr/>
        </p:nvSpPr>
        <p:spPr>
          <a:xfrm>
            <a:off x="4356800" y="6239418"/>
            <a:ext cx="616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#FF6B35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BFA5C7-8732-8536-5B17-3C990B45828D}"/>
              </a:ext>
            </a:extLst>
          </p:cNvPr>
          <p:cNvSpPr txBox="1"/>
          <p:nvPr/>
        </p:nvSpPr>
        <p:spPr>
          <a:xfrm>
            <a:off x="4356800" y="5553126"/>
            <a:ext cx="616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#CBCBCB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DDEB75-1D06-F3B7-7C15-F75982E27E33}"/>
              </a:ext>
            </a:extLst>
          </p:cNvPr>
          <p:cNvSpPr txBox="1"/>
          <p:nvPr/>
        </p:nvSpPr>
        <p:spPr>
          <a:xfrm>
            <a:off x="4356800" y="4933903"/>
            <a:ext cx="616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#3D518C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8D9AF3-3CA2-C08D-C4D9-6392D2635489}"/>
              </a:ext>
            </a:extLst>
          </p:cNvPr>
          <p:cNvSpPr txBox="1"/>
          <p:nvPr/>
        </p:nvSpPr>
        <p:spPr>
          <a:xfrm>
            <a:off x="4459320" y="3952569"/>
            <a:ext cx="616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#1F4E78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9C12BC-3FCB-484E-D184-160A5EE74AF2}"/>
              </a:ext>
            </a:extLst>
          </p:cNvPr>
          <p:cNvSpPr txBox="1"/>
          <p:nvPr/>
        </p:nvSpPr>
        <p:spPr>
          <a:xfrm>
            <a:off x="4470400" y="3345997"/>
            <a:ext cx="616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#605E5C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E052D9-A524-9370-C25A-D2E7AD0C820C}"/>
              </a:ext>
            </a:extLst>
          </p:cNvPr>
          <p:cNvSpPr txBox="1"/>
          <p:nvPr/>
        </p:nvSpPr>
        <p:spPr>
          <a:xfrm>
            <a:off x="4459320" y="2758754"/>
            <a:ext cx="616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#7F8C8D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91EF9B-6449-04E0-419A-55AB1483F281}"/>
              </a:ext>
            </a:extLst>
          </p:cNvPr>
          <p:cNvSpPr txBox="1"/>
          <p:nvPr/>
        </p:nvSpPr>
        <p:spPr>
          <a:xfrm>
            <a:off x="4453040" y="2137022"/>
            <a:ext cx="616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#AAAAC9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0F23F0-940A-D32B-0FAF-0C297172C174}"/>
              </a:ext>
            </a:extLst>
          </p:cNvPr>
          <p:cNvSpPr txBox="1"/>
          <p:nvPr/>
        </p:nvSpPr>
        <p:spPr>
          <a:xfrm>
            <a:off x="4453040" y="1313277"/>
            <a:ext cx="616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#29355C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AE9933-9FD1-9C40-BB55-5FF83C11F43F}"/>
              </a:ext>
            </a:extLst>
          </p:cNvPr>
          <p:cNvSpPr txBox="1"/>
          <p:nvPr/>
        </p:nvSpPr>
        <p:spPr>
          <a:xfrm>
            <a:off x="4401960" y="623649"/>
            <a:ext cx="616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#F1F2F6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FFBC9-EB89-5301-0A71-96AA4AD078D3}"/>
              </a:ext>
            </a:extLst>
          </p:cNvPr>
          <p:cNvSpPr txBox="1"/>
          <p:nvPr/>
        </p:nvSpPr>
        <p:spPr>
          <a:xfrm>
            <a:off x="3944760" y="155805"/>
            <a:ext cx="616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Current Design colors</a:t>
            </a:r>
          </a:p>
        </p:txBody>
      </p:sp>
    </p:spTree>
    <p:extLst>
      <p:ext uri="{BB962C8B-B14F-4D97-AF65-F5344CB8AC3E}">
        <p14:creationId xmlns:p14="http://schemas.microsoft.com/office/powerpoint/2010/main" val="2391288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2BA5F-53F2-E8BF-66DB-5BAE197CD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22A647-0EB0-3E82-C39F-83E53FBBFADC}"/>
              </a:ext>
            </a:extLst>
          </p:cNvPr>
          <p:cNvSpPr/>
          <p:nvPr/>
        </p:nvSpPr>
        <p:spPr>
          <a:xfrm>
            <a:off x="40640" y="81280"/>
            <a:ext cx="1666240" cy="668528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0C4072-BEF6-E527-0D7E-3D222A3CB34B}"/>
              </a:ext>
            </a:extLst>
          </p:cNvPr>
          <p:cNvSpPr/>
          <p:nvPr/>
        </p:nvSpPr>
        <p:spPr>
          <a:xfrm>
            <a:off x="1818640" y="81279"/>
            <a:ext cx="10292080" cy="579121"/>
          </a:xfrm>
          <a:prstGeom prst="roundRect">
            <a:avLst>
              <a:gd name="adj" fmla="val 18519"/>
            </a:avLst>
          </a:prstGeom>
          <a:gradFill flip="none" rotWithShape="1"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85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5871D0-428E-8FA6-4638-5DE88DEC4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85"/>
            <a:ext cx="12192000" cy="684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72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D71E0D-98DF-5A6A-8F14-33EBEFDBCB3F}"/>
              </a:ext>
            </a:extLst>
          </p:cNvPr>
          <p:cNvSpPr/>
          <p:nvPr/>
        </p:nvSpPr>
        <p:spPr>
          <a:xfrm>
            <a:off x="1788160" y="743037"/>
            <a:ext cx="1503680" cy="99568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A649CD-848E-EF79-1697-FDD9E2F2AE82}"/>
              </a:ext>
            </a:extLst>
          </p:cNvPr>
          <p:cNvSpPr/>
          <p:nvPr/>
        </p:nvSpPr>
        <p:spPr>
          <a:xfrm>
            <a:off x="1828800" y="741679"/>
            <a:ext cx="1503680" cy="9956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EA3735-0672-58C4-1D40-5D375735FEC2}"/>
              </a:ext>
            </a:extLst>
          </p:cNvPr>
          <p:cNvSpPr/>
          <p:nvPr/>
        </p:nvSpPr>
        <p:spPr>
          <a:xfrm>
            <a:off x="1821180" y="1920238"/>
            <a:ext cx="4813300" cy="2161505"/>
          </a:xfrm>
          <a:prstGeom prst="roundRect">
            <a:avLst>
              <a:gd name="adj" fmla="val 2233"/>
            </a:avLst>
          </a:prstGeom>
          <a:gradFill>
            <a:gsLst>
              <a:gs pos="0">
                <a:srgbClr val="29355C">
                  <a:alpha val="0"/>
                </a:srgbClr>
              </a:gs>
              <a:gs pos="54000">
                <a:srgbClr val="415E91"/>
              </a:gs>
              <a:gs pos="69000">
                <a:srgbClr val="888FCE"/>
              </a:gs>
              <a:gs pos="100000">
                <a:srgbClr val="3D518C"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D83AC2-4767-EAD9-57AA-9644D211EBDF}"/>
              </a:ext>
            </a:extLst>
          </p:cNvPr>
          <p:cNvSpPr/>
          <p:nvPr/>
        </p:nvSpPr>
        <p:spPr>
          <a:xfrm>
            <a:off x="1821180" y="1912654"/>
            <a:ext cx="4813300" cy="2161505"/>
          </a:xfrm>
          <a:prstGeom prst="roundRect">
            <a:avLst>
              <a:gd name="adj" fmla="val 22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8FD34E-8705-985A-78ED-23C12C04EAF5}"/>
              </a:ext>
            </a:extLst>
          </p:cNvPr>
          <p:cNvSpPr/>
          <p:nvPr/>
        </p:nvSpPr>
        <p:spPr>
          <a:xfrm>
            <a:off x="6766560" y="1931615"/>
            <a:ext cx="5344160" cy="2161505"/>
          </a:xfrm>
          <a:prstGeom prst="roundRect">
            <a:avLst>
              <a:gd name="adj" fmla="val 2233"/>
            </a:avLst>
          </a:prstGeom>
          <a:gradFill>
            <a:gsLst>
              <a:gs pos="0">
                <a:srgbClr val="29355C">
                  <a:alpha val="0"/>
                </a:srgbClr>
              </a:gs>
              <a:gs pos="50000">
                <a:srgbClr val="415E91"/>
              </a:gs>
              <a:gs pos="63000">
                <a:srgbClr val="888FCE"/>
              </a:gs>
              <a:gs pos="100000">
                <a:srgbClr val="3D518C"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A76F05D-99B5-0491-AC0D-7BD7887D009F}"/>
              </a:ext>
            </a:extLst>
          </p:cNvPr>
          <p:cNvSpPr/>
          <p:nvPr/>
        </p:nvSpPr>
        <p:spPr>
          <a:xfrm>
            <a:off x="6744970" y="1922814"/>
            <a:ext cx="5365750" cy="2161505"/>
          </a:xfrm>
          <a:prstGeom prst="roundRect">
            <a:avLst>
              <a:gd name="adj" fmla="val 22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F934A7-5CFD-0F83-9F40-097C5FA1E8AA}"/>
              </a:ext>
            </a:extLst>
          </p:cNvPr>
          <p:cNvSpPr/>
          <p:nvPr/>
        </p:nvSpPr>
        <p:spPr>
          <a:xfrm>
            <a:off x="7642860" y="4300253"/>
            <a:ext cx="4467860" cy="2466307"/>
          </a:xfrm>
          <a:prstGeom prst="roundRect">
            <a:avLst>
              <a:gd name="adj" fmla="val 22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1AA955-D8C4-73E9-5290-5BF769E35F58}"/>
              </a:ext>
            </a:extLst>
          </p:cNvPr>
          <p:cNvSpPr/>
          <p:nvPr/>
        </p:nvSpPr>
        <p:spPr>
          <a:xfrm>
            <a:off x="8757920" y="741678"/>
            <a:ext cx="1503680" cy="99568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25AAB3-A930-39D2-5A74-7A56F7BE4E0C}"/>
              </a:ext>
            </a:extLst>
          </p:cNvPr>
          <p:cNvSpPr/>
          <p:nvPr/>
        </p:nvSpPr>
        <p:spPr>
          <a:xfrm>
            <a:off x="5232400" y="740321"/>
            <a:ext cx="1503680" cy="99568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F7766F-BE10-7744-B2CF-3E51D6F1470F}"/>
              </a:ext>
            </a:extLst>
          </p:cNvPr>
          <p:cNvSpPr/>
          <p:nvPr/>
        </p:nvSpPr>
        <p:spPr>
          <a:xfrm>
            <a:off x="8788400" y="741680"/>
            <a:ext cx="1503680" cy="9956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9AA216-1EB4-51BB-37AE-84E96EF1D544}"/>
              </a:ext>
            </a:extLst>
          </p:cNvPr>
          <p:cNvSpPr/>
          <p:nvPr/>
        </p:nvSpPr>
        <p:spPr>
          <a:xfrm>
            <a:off x="5262880" y="741679"/>
            <a:ext cx="1503680" cy="9956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2AD0FD-1592-92B7-7D42-F43F0BAE8CFD}"/>
              </a:ext>
            </a:extLst>
          </p:cNvPr>
          <p:cNvSpPr/>
          <p:nvPr/>
        </p:nvSpPr>
        <p:spPr>
          <a:xfrm>
            <a:off x="40640" y="81280"/>
            <a:ext cx="1666240" cy="668528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C999EB-4BE9-F899-A34F-614C0E524765}"/>
              </a:ext>
            </a:extLst>
          </p:cNvPr>
          <p:cNvSpPr/>
          <p:nvPr/>
        </p:nvSpPr>
        <p:spPr>
          <a:xfrm>
            <a:off x="1818640" y="81279"/>
            <a:ext cx="10292080" cy="568961"/>
          </a:xfrm>
          <a:prstGeom prst="roundRect">
            <a:avLst>
              <a:gd name="adj" fmla="val 18519"/>
            </a:avLst>
          </a:prstGeom>
          <a:gradFill flip="none" rotWithShape="1"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993F97-1C10-3154-CC75-7C11913E4D81}"/>
              </a:ext>
            </a:extLst>
          </p:cNvPr>
          <p:cNvSpPr/>
          <p:nvPr/>
        </p:nvSpPr>
        <p:spPr>
          <a:xfrm>
            <a:off x="3535680" y="741680"/>
            <a:ext cx="1503680" cy="9956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A3B806-EE9E-EA62-2717-9DFD4A23BBF9}"/>
              </a:ext>
            </a:extLst>
          </p:cNvPr>
          <p:cNvSpPr/>
          <p:nvPr/>
        </p:nvSpPr>
        <p:spPr>
          <a:xfrm>
            <a:off x="7030720" y="741679"/>
            <a:ext cx="1503680" cy="9956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FDB808-F84A-B97C-3D55-00E339FA5C70}"/>
              </a:ext>
            </a:extLst>
          </p:cNvPr>
          <p:cNvSpPr/>
          <p:nvPr/>
        </p:nvSpPr>
        <p:spPr>
          <a:xfrm>
            <a:off x="10607040" y="740321"/>
            <a:ext cx="1503680" cy="9956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86D4B3F-10AA-D9E2-1614-1626498F99BD}"/>
              </a:ext>
            </a:extLst>
          </p:cNvPr>
          <p:cNvSpPr/>
          <p:nvPr/>
        </p:nvSpPr>
        <p:spPr>
          <a:xfrm>
            <a:off x="1821180" y="4291452"/>
            <a:ext cx="2598420" cy="2475108"/>
          </a:xfrm>
          <a:prstGeom prst="roundRect">
            <a:avLst>
              <a:gd name="adj" fmla="val 22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3EB09F1-D78D-BE33-87DD-143FDC296318}"/>
              </a:ext>
            </a:extLst>
          </p:cNvPr>
          <p:cNvSpPr/>
          <p:nvPr/>
        </p:nvSpPr>
        <p:spPr>
          <a:xfrm>
            <a:off x="4544060" y="4300253"/>
            <a:ext cx="2964180" cy="2466307"/>
          </a:xfrm>
          <a:prstGeom prst="roundRect">
            <a:avLst>
              <a:gd name="adj" fmla="val 22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3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E751EA-70C8-35C4-F0E3-855E2B00E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894" y="0"/>
            <a:ext cx="122557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81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CCFBF2-721D-71E0-7C65-79BC658207D0}"/>
              </a:ext>
            </a:extLst>
          </p:cNvPr>
          <p:cNvSpPr/>
          <p:nvPr/>
        </p:nvSpPr>
        <p:spPr>
          <a:xfrm>
            <a:off x="1798320" y="976716"/>
            <a:ext cx="1746504" cy="821603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9373CD-57D8-DDFA-5FDF-3A94C23B689F}"/>
              </a:ext>
            </a:extLst>
          </p:cNvPr>
          <p:cNvSpPr>
            <a:spLocks/>
          </p:cNvSpPr>
          <p:nvPr/>
        </p:nvSpPr>
        <p:spPr>
          <a:xfrm>
            <a:off x="1828800" y="976716"/>
            <a:ext cx="1747520" cy="821603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4AD34B-388D-EB05-FA37-F26385854587}"/>
              </a:ext>
            </a:extLst>
          </p:cNvPr>
          <p:cNvSpPr/>
          <p:nvPr/>
        </p:nvSpPr>
        <p:spPr>
          <a:xfrm>
            <a:off x="40640" y="81279"/>
            <a:ext cx="1666240" cy="6695441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336159-63A4-6383-29AB-FA810047A433}"/>
              </a:ext>
            </a:extLst>
          </p:cNvPr>
          <p:cNvSpPr/>
          <p:nvPr/>
        </p:nvSpPr>
        <p:spPr>
          <a:xfrm>
            <a:off x="1818640" y="81279"/>
            <a:ext cx="10292080" cy="690881"/>
          </a:xfrm>
          <a:prstGeom prst="roundRect">
            <a:avLst>
              <a:gd name="adj" fmla="val 18519"/>
            </a:avLst>
          </a:prstGeom>
          <a:gradFill flip="none" rotWithShape="1"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1F1342-DC69-8CDE-A2C7-753FF5926E13}"/>
              </a:ext>
            </a:extLst>
          </p:cNvPr>
          <p:cNvSpPr>
            <a:spLocks/>
          </p:cNvSpPr>
          <p:nvPr/>
        </p:nvSpPr>
        <p:spPr>
          <a:xfrm>
            <a:off x="3931920" y="976715"/>
            <a:ext cx="1747520" cy="821603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3B25F6-3BCC-ED62-DB12-2B206F47BF76}"/>
              </a:ext>
            </a:extLst>
          </p:cNvPr>
          <p:cNvSpPr/>
          <p:nvPr/>
        </p:nvSpPr>
        <p:spPr>
          <a:xfrm>
            <a:off x="6035040" y="976714"/>
            <a:ext cx="1746504" cy="821603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0614F2-4A0A-E72F-6EA6-3A84E934EB06}"/>
              </a:ext>
            </a:extLst>
          </p:cNvPr>
          <p:cNvSpPr>
            <a:spLocks/>
          </p:cNvSpPr>
          <p:nvPr/>
        </p:nvSpPr>
        <p:spPr>
          <a:xfrm>
            <a:off x="6066536" y="976714"/>
            <a:ext cx="1747520" cy="821603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E852390-76FC-655E-041A-2D45FACFB332}"/>
              </a:ext>
            </a:extLst>
          </p:cNvPr>
          <p:cNvSpPr>
            <a:spLocks/>
          </p:cNvSpPr>
          <p:nvPr/>
        </p:nvSpPr>
        <p:spPr>
          <a:xfrm>
            <a:off x="8211312" y="976714"/>
            <a:ext cx="1747520" cy="821603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9C26B5A-0CB8-F5E2-AABE-2AA7FBFEFF1E}"/>
              </a:ext>
            </a:extLst>
          </p:cNvPr>
          <p:cNvSpPr/>
          <p:nvPr/>
        </p:nvSpPr>
        <p:spPr>
          <a:xfrm>
            <a:off x="10321544" y="976710"/>
            <a:ext cx="1746504" cy="821603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726881A-019D-7311-7ECC-2DC8287DF77E}"/>
              </a:ext>
            </a:extLst>
          </p:cNvPr>
          <p:cNvSpPr>
            <a:spLocks/>
          </p:cNvSpPr>
          <p:nvPr/>
        </p:nvSpPr>
        <p:spPr>
          <a:xfrm>
            <a:off x="10363200" y="976710"/>
            <a:ext cx="1747520" cy="821603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EDEF3EA-6BB1-8553-414A-725F87D21E4D}"/>
              </a:ext>
            </a:extLst>
          </p:cNvPr>
          <p:cNvSpPr>
            <a:spLocks/>
          </p:cNvSpPr>
          <p:nvPr/>
        </p:nvSpPr>
        <p:spPr>
          <a:xfrm>
            <a:off x="1798320" y="2002875"/>
            <a:ext cx="4236720" cy="2243993"/>
          </a:xfrm>
          <a:prstGeom prst="roundRect">
            <a:avLst>
              <a:gd name="adj" fmla="val 238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45384EB-36D2-011B-D492-C41C3645407B}"/>
              </a:ext>
            </a:extLst>
          </p:cNvPr>
          <p:cNvSpPr>
            <a:spLocks/>
          </p:cNvSpPr>
          <p:nvPr/>
        </p:nvSpPr>
        <p:spPr>
          <a:xfrm>
            <a:off x="7559040" y="2002863"/>
            <a:ext cx="4551680" cy="2244005"/>
          </a:xfrm>
          <a:prstGeom prst="roundRect">
            <a:avLst>
              <a:gd name="adj" fmla="val 284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1FB68B2-E477-9B32-8B39-67E5C698AAA7}"/>
              </a:ext>
            </a:extLst>
          </p:cNvPr>
          <p:cNvSpPr>
            <a:spLocks/>
          </p:cNvSpPr>
          <p:nvPr/>
        </p:nvSpPr>
        <p:spPr>
          <a:xfrm>
            <a:off x="7202424" y="4430431"/>
            <a:ext cx="4908296" cy="2346290"/>
          </a:xfrm>
          <a:prstGeom prst="roundRect">
            <a:avLst>
              <a:gd name="adj" fmla="val 284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3239058-9AEE-F3CF-B66A-6293004958B6}"/>
              </a:ext>
            </a:extLst>
          </p:cNvPr>
          <p:cNvSpPr>
            <a:spLocks/>
          </p:cNvSpPr>
          <p:nvPr/>
        </p:nvSpPr>
        <p:spPr>
          <a:xfrm>
            <a:off x="1798320" y="4379289"/>
            <a:ext cx="5181600" cy="2397432"/>
          </a:xfrm>
          <a:prstGeom prst="roundRect">
            <a:avLst>
              <a:gd name="adj" fmla="val 284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31C0CF1-8A8D-A496-17DB-B15F2DE24729}"/>
              </a:ext>
            </a:extLst>
          </p:cNvPr>
          <p:cNvSpPr>
            <a:spLocks/>
          </p:cNvSpPr>
          <p:nvPr/>
        </p:nvSpPr>
        <p:spPr>
          <a:xfrm>
            <a:off x="6126480" y="2002863"/>
            <a:ext cx="1355433" cy="2243993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421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9B6F15-AED3-325B-D3FA-17F131F83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32"/>
            <a:ext cx="12192000" cy="684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98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B21584A-21C7-20AD-D98C-B9DBC99DD1F2}"/>
              </a:ext>
            </a:extLst>
          </p:cNvPr>
          <p:cNvSpPr/>
          <p:nvPr/>
        </p:nvSpPr>
        <p:spPr>
          <a:xfrm>
            <a:off x="10129520" y="812800"/>
            <a:ext cx="1746504" cy="104648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84F0E54-EA0C-281B-3ED1-4D8B509C9711}"/>
              </a:ext>
            </a:extLst>
          </p:cNvPr>
          <p:cNvSpPr>
            <a:spLocks/>
          </p:cNvSpPr>
          <p:nvPr/>
        </p:nvSpPr>
        <p:spPr>
          <a:xfrm>
            <a:off x="10158984" y="812800"/>
            <a:ext cx="1920240" cy="10464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05B4151-CE39-1D8D-2368-AD11A2BFDA27}"/>
              </a:ext>
            </a:extLst>
          </p:cNvPr>
          <p:cNvSpPr/>
          <p:nvPr/>
        </p:nvSpPr>
        <p:spPr>
          <a:xfrm>
            <a:off x="5933440" y="812800"/>
            <a:ext cx="1746504" cy="104648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A6B52A3-B244-6E07-D049-0A35C17E3C7B}"/>
              </a:ext>
            </a:extLst>
          </p:cNvPr>
          <p:cNvSpPr>
            <a:spLocks/>
          </p:cNvSpPr>
          <p:nvPr/>
        </p:nvSpPr>
        <p:spPr>
          <a:xfrm>
            <a:off x="5967984" y="812800"/>
            <a:ext cx="1920240" cy="10464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567173-7F44-3132-C0A9-5E1F98E29BD9}"/>
              </a:ext>
            </a:extLst>
          </p:cNvPr>
          <p:cNvSpPr>
            <a:spLocks/>
          </p:cNvSpPr>
          <p:nvPr/>
        </p:nvSpPr>
        <p:spPr>
          <a:xfrm>
            <a:off x="8063484" y="812800"/>
            <a:ext cx="1920240" cy="10464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097D898-B933-8ED1-9CC9-D7D4596753A0}"/>
              </a:ext>
            </a:extLst>
          </p:cNvPr>
          <p:cNvSpPr/>
          <p:nvPr/>
        </p:nvSpPr>
        <p:spPr>
          <a:xfrm>
            <a:off x="1778000" y="812800"/>
            <a:ext cx="1746504" cy="104648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555CA1-04A8-38CC-1208-9370B16BA755}"/>
              </a:ext>
            </a:extLst>
          </p:cNvPr>
          <p:cNvSpPr/>
          <p:nvPr/>
        </p:nvSpPr>
        <p:spPr>
          <a:xfrm>
            <a:off x="40640" y="81280"/>
            <a:ext cx="1666240" cy="668528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D69A40-F956-6F4B-27C7-0DB83AEEB761}"/>
              </a:ext>
            </a:extLst>
          </p:cNvPr>
          <p:cNvSpPr/>
          <p:nvPr/>
        </p:nvSpPr>
        <p:spPr>
          <a:xfrm>
            <a:off x="1818640" y="81279"/>
            <a:ext cx="10292080" cy="629921"/>
          </a:xfrm>
          <a:prstGeom prst="roundRect">
            <a:avLst>
              <a:gd name="adj" fmla="val 18519"/>
            </a:avLst>
          </a:prstGeom>
          <a:gradFill flip="none" rotWithShape="1"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F1F89E-5BA2-9940-F77B-1DD61FE15C00}"/>
              </a:ext>
            </a:extLst>
          </p:cNvPr>
          <p:cNvSpPr>
            <a:spLocks/>
          </p:cNvSpPr>
          <p:nvPr/>
        </p:nvSpPr>
        <p:spPr>
          <a:xfrm>
            <a:off x="1807464" y="812800"/>
            <a:ext cx="1920240" cy="10464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0AE9EB-D62B-2AC4-DF0B-F5EB4E21D62B}"/>
              </a:ext>
            </a:extLst>
          </p:cNvPr>
          <p:cNvSpPr>
            <a:spLocks/>
          </p:cNvSpPr>
          <p:nvPr/>
        </p:nvSpPr>
        <p:spPr>
          <a:xfrm>
            <a:off x="3874008" y="812800"/>
            <a:ext cx="1920240" cy="104648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61382C6-BBF7-6DBA-EE4C-CFF6B02905C3}"/>
              </a:ext>
            </a:extLst>
          </p:cNvPr>
          <p:cNvSpPr>
            <a:spLocks/>
          </p:cNvSpPr>
          <p:nvPr/>
        </p:nvSpPr>
        <p:spPr>
          <a:xfrm>
            <a:off x="1818640" y="1981200"/>
            <a:ext cx="3129280" cy="2286000"/>
          </a:xfrm>
          <a:prstGeom prst="roundRect">
            <a:avLst>
              <a:gd name="adj" fmla="val 290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F765D68-2722-E454-12DF-A960F27FCA47}"/>
              </a:ext>
            </a:extLst>
          </p:cNvPr>
          <p:cNvSpPr>
            <a:spLocks/>
          </p:cNvSpPr>
          <p:nvPr/>
        </p:nvSpPr>
        <p:spPr>
          <a:xfrm>
            <a:off x="5069840" y="1981200"/>
            <a:ext cx="3474720" cy="2286000"/>
          </a:xfrm>
          <a:prstGeom prst="roundRect">
            <a:avLst>
              <a:gd name="adj" fmla="val 290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3EF30AA-034D-A5D7-9171-D10FE4D3EAEE}"/>
              </a:ext>
            </a:extLst>
          </p:cNvPr>
          <p:cNvSpPr>
            <a:spLocks/>
          </p:cNvSpPr>
          <p:nvPr/>
        </p:nvSpPr>
        <p:spPr>
          <a:xfrm>
            <a:off x="8666480" y="1981200"/>
            <a:ext cx="3412744" cy="2286000"/>
          </a:xfrm>
          <a:prstGeom prst="roundRect">
            <a:avLst>
              <a:gd name="adj" fmla="val 290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EF6E0D-6099-CFEA-1A96-21FE2BE5AD9B}"/>
              </a:ext>
            </a:extLst>
          </p:cNvPr>
          <p:cNvSpPr>
            <a:spLocks/>
          </p:cNvSpPr>
          <p:nvPr/>
        </p:nvSpPr>
        <p:spPr>
          <a:xfrm>
            <a:off x="1818640" y="4419600"/>
            <a:ext cx="3352800" cy="2346960"/>
          </a:xfrm>
          <a:prstGeom prst="roundRect">
            <a:avLst>
              <a:gd name="adj" fmla="val 290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917DA4E-7DBC-FC69-248C-B9AD1FC1E660}"/>
              </a:ext>
            </a:extLst>
          </p:cNvPr>
          <p:cNvSpPr>
            <a:spLocks/>
          </p:cNvSpPr>
          <p:nvPr/>
        </p:nvSpPr>
        <p:spPr>
          <a:xfrm>
            <a:off x="5283200" y="4419600"/>
            <a:ext cx="6827520" cy="2346960"/>
          </a:xfrm>
          <a:prstGeom prst="roundRect">
            <a:avLst>
              <a:gd name="adj" fmla="val 290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991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F527F6-9C62-E789-7171-EC1456B54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86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853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B2B409-DA8A-5562-3417-6FB8164BC53E}"/>
              </a:ext>
            </a:extLst>
          </p:cNvPr>
          <p:cNvSpPr/>
          <p:nvPr/>
        </p:nvSpPr>
        <p:spPr>
          <a:xfrm>
            <a:off x="40640" y="81280"/>
            <a:ext cx="1666240" cy="668528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BC4183-264E-6ED2-B16B-0B602B9C5B70}"/>
              </a:ext>
            </a:extLst>
          </p:cNvPr>
          <p:cNvSpPr/>
          <p:nvPr/>
        </p:nvSpPr>
        <p:spPr>
          <a:xfrm>
            <a:off x="1818640" y="81279"/>
            <a:ext cx="10292080" cy="617184"/>
          </a:xfrm>
          <a:prstGeom prst="roundRect">
            <a:avLst>
              <a:gd name="adj" fmla="val 18519"/>
            </a:avLst>
          </a:prstGeom>
          <a:gradFill flip="none" rotWithShape="1"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C024B3-50D5-4E3E-6DD1-26D0403B5E2D}"/>
              </a:ext>
            </a:extLst>
          </p:cNvPr>
          <p:cNvSpPr/>
          <p:nvPr/>
        </p:nvSpPr>
        <p:spPr>
          <a:xfrm>
            <a:off x="1852850" y="769583"/>
            <a:ext cx="1312189" cy="906817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A1D54F-56E0-4C94-7C50-1348BE48C478}"/>
              </a:ext>
            </a:extLst>
          </p:cNvPr>
          <p:cNvSpPr>
            <a:spLocks/>
          </p:cNvSpPr>
          <p:nvPr/>
        </p:nvSpPr>
        <p:spPr>
          <a:xfrm>
            <a:off x="1889760" y="769583"/>
            <a:ext cx="1442720" cy="90681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B87978-D34D-2957-FA21-0FB954A27E8D}"/>
              </a:ext>
            </a:extLst>
          </p:cNvPr>
          <p:cNvSpPr/>
          <p:nvPr/>
        </p:nvSpPr>
        <p:spPr>
          <a:xfrm>
            <a:off x="5337730" y="769583"/>
            <a:ext cx="1312189" cy="906817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E0E208-F59C-12B5-17FE-E76C698F36F0}"/>
              </a:ext>
            </a:extLst>
          </p:cNvPr>
          <p:cNvSpPr>
            <a:spLocks/>
          </p:cNvSpPr>
          <p:nvPr/>
        </p:nvSpPr>
        <p:spPr>
          <a:xfrm>
            <a:off x="5374640" y="769583"/>
            <a:ext cx="1442720" cy="90681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84FA77-1B36-14A7-F7B0-B331CDC5BA26}"/>
              </a:ext>
            </a:extLst>
          </p:cNvPr>
          <p:cNvSpPr/>
          <p:nvPr/>
        </p:nvSpPr>
        <p:spPr>
          <a:xfrm>
            <a:off x="8822610" y="769583"/>
            <a:ext cx="1312189" cy="906817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6A72C6-29C5-E12E-52ED-805E3EA7010E}"/>
              </a:ext>
            </a:extLst>
          </p:cNvPr>
          <p:cNvSpPr>
            <a:spLocks/>
          </p:cNvSpPr>
          <p:nvPr/>
        </p:nvSpPr>
        <p:spPr>
          <a:xfrm>
            <a:off x="8859520" y="769583"/>
            <a:ext cx="1479630" cy="90681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EE2101-C7DB-D669-67D8-AF3317711BE3}"/>
              </a:ext>
            </a:extLst>
          </p:cNvPr>
          <p:cNvSpPr>
            <a:spLocks/>
          </p:cNvSpPr>
          <p:nvPr/>
        </p:nvSpPr>
        <p:spPr>
          <a:xfrm>
            <a:off x="3613745" y="769583"/>
            <a:ext cx="1479630" cy="90681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F0A500-ED68-5903-C2DC-96D1DB27C028}"/>
              </a:ext>
            </a:extLst>
          </p:cNvPr>
          <p:cNvSpPr>
            <a:spLocks/>
          </p:cNvSpPr>
          <p:nvPr/>
        </p:nvSpPr>
        <p:spPr>
          <a:xfrm>
            <a:off x="7098624" y="769583"/>
            <a:ext cx="1479631" cy="90681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A0AB19-63FD-E028-00D7-0AE8D1140545}"/>
              </a:ext>
            </a:extLst>
          </p:cNvPr>
          <p:cNvSpPr>
            <a:spLocks/>
          </p:cNvSpPr>
          <p:nvPr/>
        </p:nvSpPr>
        <p:spPr>
          <a:xfrm>
            <a:off x="10583504" y="769583"/>
            <a:ext cx="1527215" cy="90681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D15DCA-09A6-B951-4999-310C44213D36}"/>
              </a:ext>
            </a:extLst>
          </p:cNvPr>
          <p:cNvSpPr>
            <a:spLocks/>
          </p:cNvSpPr>
          <p:nvPr/>
        </p:nvSpPr>
        <p:spPr>
          <a:xfrm>
            <a:off x="1852850" y="1770343"/>
            <a:ext cx="5320110" cy="2984537"/>
          </a:xfrm>
          <a:prstGeom prst="roundRect">
            <a:avLst>
              <a:gd name="adj" fmla="val 188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523F941-3806-CB4F-0776-59AA376F18DE}"/>
              </a:ext>
            </a:extLst>
          </p:cNvPr>
          <p:cNvSpPr>
            <a:spLocks/>
          </p:cNvSpPr>
          <p:nvPr/>
        </p:nvSpPr>
        <p:spPr>
          <a:xfrm>
            <a:off x="7318929" y="1770343"/>
            <a:ext cx="4791789" cy="2984537"/>
          </a:xfrm>
          <a:prstGeom prst="roundRect">
            <a:avLst>
              <a:gd name="adj" fmla="val 188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2A6A133-2C71-DB27-2E43-A722D8C527F2}"/>
              </a:ext>
            </a:extLst>
          </p:cNvPr>
          <p:cNvSpPr>
            <a:spLocks/>
          </p:cNvSpPr>
          <p:nvPr/>
        </p:nvSpPr>
        <p:spPr>
          <a:xfrm>
            <a:off x="7318929" y="4836160"/>
            <a:ext cx="4791789" cy="1930400"/>
          </a:xfrm>
          <a:prstGeom prst="roundRect">
            <a:avLst>
              <a:gd name="adj" fmla="val 188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2468E4-BE5F-DB67-8F34-52E09431B0D0}"/>
              </a:ext>
            </a:extLst>
          </p:cNvPr>
          <p:cNvSpPr>
            <a:spLocks/>
          </p:cNvSpPr>
          <p:nvPr/>
        </p:nvSpPr>
        <p:spPr>
          <a:xfrm>
            <a:off x="1852850" y="4815839"/>
            <a:ext cx="5320110" cy="1960882"/>
          </a:xfrm>
          <a:prstGeom prst="roundRect">
            <a:avLst>
              <a:gd name="adj" fmla="val 188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496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DC97A6-E032-B167-63DD-440AB61A1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544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93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A85240-25CE-AA69-25B7-65CFCF05D8F0}"/>
              </a:ext>
            </a:extLst>
          </p:cNvPr>
          <p:cNvSpPr/>
          <p:nvPr/>
        </p:nvSpPr>
        <p:spPr>
          <a:xfrm>
            <a:off x="40640" y="81280"/>
            <a:ext cx="1666240" cy="668528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0CD18C-A519-B344-69A2-A0F9A472E941}"/>
              </a:ext>
            </a:extLst>
          </p:cNvPr>
          <p:cNvSpPr/>
          <p:nvPr/>
        </p:nvSpPr>
        <p:spPr>
          <a:xfrm>
            <a:off x="1818640" y="81279"/>
            <a:ext cx="10292080" cy="619761"/>
          </a:xfrm>
          <a:prstGeom prst="roundRect">
            <a:avLst>
              <a:gd name="adj" fmla="val 18519"/>
            </a:avLst>
          </a:prstGeom>
          <a:gradFill flip="none" rotWithShape="1"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E7E0FD-0B27-5DDB-F6B1-D33C54A9F97C}"/>
              </a:ext>
            </a:extLst>
          </p:cNvPr>
          <p:cNvSpPr/>
          <p:nvPr/>
        </p:nvSpPr>
        <p:spPr>
          <a:xfrm>
            <a:off x="1852850" y="800063"/>
            <a:ext cx="1644857" cy="1069377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E7BF1C-1C96-77D5-DB50-635828C08236}"/>
              </a:ext>
            </a:extLst>
          </p:cNvPr>
          <p:cNvSpPr>
            <a:spLocks/>
          </p:cNvSpPr>
          <p:nvPr/>
        </p:nvSpPr>
        <p:spPr>
          <a:xfrm>
            <a:off x="1889760" y="800063"/>
            <a:ext cx="1808480" cy="106937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7830C4-6E1B-7E36-E842-BD81DDD85ADA}"/>
              </a:ext>
            </a:extLst>
          </p:cNvPr>
          <p:cNvSpPr/>
          <p:nvPr/>
        </p:nvSpPr>
        <p:spPr>
          <a:xfrm>
            <a:off x="7451010" y="800063"/>
            <a:ext cx="1644857" cy="1069377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533A65-519E-B295-5C52-BFCF46B0DA5B}"/>
              </a:ext>
            </a:extLst>
          </p:cNvPr>
          <p:cNvSpPr>
            <a:spLocks/>
          </p:cNvSpPr>
          <p:nvPr/>
        </p:nvSpPr>
        <p:spPr>
          <a:xfrm>
            <a:off x="7487920" y="800063"/>
            <a:ext cx="1808480" cy="106937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357613-D7E8-8A21-A3CF-4C515633D437}"/>
              </a:ext>
            </a:extLst>
          </p:cNvPr>
          <p:cNvSpPr>
            <a:spLocks/>
          </p:cNvSpPr>
          <p:nvPr/>
        </p:nvSpPr>
        <p:spPr>
          <a:xfrm>
            <a:off x="4670385" y="800063"/>
            <a:ext cx="1808480" cy="106937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23BCD7-C906-C1EE-0233-1CFE56F7F4E4}"/>
              </a:ext>
            </a:extLst>
          </p:cNvPr>
          <p:cNvSpPr>
            <a:spLocks/>
          </p:cNvSpPr>
          <p:nvPr/>
        </p:nvSpPr>
        <p:spPr>
          <a:xfrm>
            <a:off x="10302240" y="800063"/>
            <a:ext cx="1808480" cy="1069377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AC38604-D94D-C943-DA3E-D679926736EC}"/>
              </a:ext>
            </a:extLst>
          </p:cNvPr>
          <p:cNvSpPr>
            <a:spLocks/>
          </p:cNvSpPr>
          <p:nvPr/>
        </p:nvSpPr>
        <p:spPr>
          <a:xfrm>
            <a:off x="1889760" y="1968463"/>
            <a:ext cx="5110480" cy="2319057"/>
          </a:xfrm>
          <a:prstGeom prst="roundRect">
            <a:avLst>
              <a:gd name="adj" fmla="val 164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A6791B2-2E07-C72D-0AF6-F9031B77B072}"/>
              </a:ext>
            </a:extLst>
          </p:cNvPr>
          <p:cNvSpPr>
            <a:spLocks/>
          </p:cNvSpPr>
          <p:nvPr/>
        </p:nvSpPr>
        <p:spPr>
          <a:xfrm>
            <a:off x="7112000" y="1968463"/>
            <a:ext cx="4998720" cy="2319057"/>
          </a:xfrm>
          <a:prstGeom prst="roundRect">
            <a:avLst>
              <a:gd name="adj" fmla="val 164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934AE8-277A-F55C-5A4A-3026B0493C7D}"/>
              </a:ext>
            </a:extLst>
          </p:cNvPr>
          <p:cNvSpPr>
            <a:spLocks/>
          </p:cNvSpPr>
          <p:nvPr/>
        </p:nvSpPr>
        <p:spPr>
          <a:xfrm>
            <a:off x="5842000" y="4357350"/>
            <a:ext cx="6305630" cy="2400337"/>
          </a:xfrm>
          <a:prstGeom prst="roundRect">
            <a:avLst>
              <a:gd name="adj" fmla="val 164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24CB7BF-489D-1918-098E-E7F35F5D8702}"/>
              </a:ext>
            </a:extLst>
          </p:cNvPr>
          <p:cNvSpPr>
            <a:spLocks/>
          </p:cNvSpPr>
          <p:nvPr/>
        </p:nvSpPr>
        <p:spPr>
          <a:xfrm>
            <a:off x="1889760" y="4366223"/>
            <a:ext cx="3845412" cy="2400337"/>
          </a:xfrm>
          <a:prstGeom prst="roundRect">
            <a:avLst>
              <a:gd name="adj" fmla="val 164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203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2B2A69-2CE2-F5CE-EBE2-8DD7B954E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64"/>
            <a:ext cx="12192000" cy="683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29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B059F9D-861D-5152-784E-8137F22E65F8}"/>
              </a:ext>
            </a:extLst>
          </p:cNvPr>
          <p:cNvSpPr/>
          <p:nvPr/>
        </p:nvSpPr>
        <p:spPr>
          <a:xfrm>
            <a:off x="40640" y="81280"/>
            <a:ext cx="1666240" cy="668528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DEC35E-EA71-1105-7C37-8A12C37DD4D2}"/>
              </a:ext>
            </a:extLst>
          </p:cNvPr>
          <p:cNvSpPr/>
          <p:nvPr/>
        </p:nvSpPr>
        <p:spPr>
          <a:xfrm>
            <a:off x="1818640" y="81279"/>
            <a:ext cx="10292080" cy="607025"/>
          </a:xfrm>
          <a:prstGeom prst="roundRect">
            <a:avLst>
              <a:gd name="adj" fmla="val 18519"/>
            </a:avLst>
          </a:prstGeom>
          <a:gradFill flip="none" rotWithShape="1"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4285ED-5AE8-B541-F3BD-204BFF550DE0}"/>
              </a:ext>
            </a:extLst>
          </p:cNvPr>
          <p:cNvSpPr/>
          <p:nvPr/>
        </p:nvSpPr>
        <p:spPr>
          <a:xfrm>
            <a:off x="1818640" y="792480"/>
            <a:ext cx="1685213" cy="103632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74B10B-4084-BCAA-4B93-C4E0A8A6D00E}"/>
              </a:ext>
            </a:extLst>
          </p:cNvPr>
          <p:cNvSpPr>
            <a:spLocks/>
          </p:cNvSpPr>
          <p:nvPr/>
        </p:nvSpPr>
        <p:spPr>
          <a:xfrm>
            <a:off x="1855550" y="792480"/>
            <a:ext cx="1852850" cy="103632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C9E524-1741-7103-C930-48F19D87BD31}"/>
              </a:ext>
            </a:extLst>
          </p:cNvPr>
          <p:cNvSpPr/>
          <p:nvPr/>
        </p:nvSpPr>
        <p:spPr>
          <a:xfrm>
            <a:off x="6096000" y="792480"/>
            <a:ext cx="1685213" cy="103632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DD975C-1278-A41F-1C3A-4CCDFEC1DB22}"/>
              </a:ext>
            </a:extLst>
          </p:cNvPr>
          <p:cNvSpPr>
            <a:spLocks/>
          </p:cNvSpPr>
          <p:nvPr/>
        </p:nvSpPr>
        <p:spPr>
          <a:xfrm>
            <a:off x="6132910" y="792480"/>
            <a:ext cx="1852850" cy="103632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93A99A-186E-518B-A32D-228B1A660751}"/>
              </a:ext>
            </a:extLst>
          </p:cNvPr>
          <p:cNvSpPr/>
          <p:nvPr/>
        </p:nvSpPr>
        <p:spPr>
          <a:xfrm>
            <a:off x="10220960" y="792480"/>
            <a:ext cx="1685213" cy="103632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5D725C-18DD-E2BC-AD1E-814602A0AF0A}"/>
              </a:ext>
            </a:extLst>
          </p:cNvPr>
          <p:cNvSpPr>
            <a:spLocks/>
          </p:cNvSpPr>
          <p:nvPr/>
        </p:nvSpPr>
        <p:spPr>
          <a:xfrm>
            <a:off x="10257870" y="792480"/>
            <a:ext cx="1852850" cy="103632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11772DD-2625-4D45-673D-845983820D81}"/>
              </a:ext>
            </a:extLst>
          </p:cNvPr>
          <p:cNvSpPr>
            <a:spLocks/>
          </p:cNvSpPr>
          <p:nvPr/>
        </p:nvSpPr>
        <p:spPr>
          <a:xfrm>
            <a:off x="3975775" y="792480"/>
            <a:ext cx="1852850" cy="103632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F9EFD7-03DE-7040-25C3-6C8E3142CFD4}"/>
              </a:ext>
            </a:extLst>
          </p:cNvPr>
          <p:cNvSpPr>
            <a:spLocks/>
          </p:cNvSpPr>
          <p:nvPr/>
        </p:nvSpPr>
        <p:spPr>
          <a:xfrm>
            <a:off x="8206741" y="792480"/>
            <a:ext cx="1852850" cy="103632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A16828-7D6A-81BA-6E92-D468B47B29A0}"/>
              </a:ext>
            </a:extLst>
          </p:cNvPr>
          <p:cNvSpPr>
            <a:spLocks/>
          </p:cNvSpPr>
          <p:nvPr/>
        </p:nvSpPr>
        <p:spPr>
          <a:xfrm>
            <a:off x="1818640" y="1963456"/>
            <a:ext cx="3088640" cy="2334224"/>
          </a:xfrm>
          <a:prstGeom prst="roundRect">
            <a:avLst>
              <a:gd name="adj" fmla="val 21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E3CD6C-B244-1FF4-8D5C-1DECB935B20D}"/>
              </a:ext>
            </a:extLst>
          </p:cNvPr>
          <p:cNvSpPr>
            <a:spLocks/>
          </p:cNvSpPr>
          <p:nvPr/>
        </p:nvSpPr>
        <p:spPr>
          <a:xfrm>
            <a:off x="5019040" y="1963456"/>
            <a:ext cx="4368800" cy="2334224"/>
          </a:xfrm>
          <a:prstGeom prst="roundRect">
            <a:avLst>
              <a:gd name="adj" fmla="val 21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0E6F351-3B90-932A-FF53-079BC2964356}"/>
              </a:ext>
            </a:extLst>
          </p:cNvPr>
          <p:cNvSpPr>
            <a:spLocks/>
          </p:cNvSpPr>
          <p:nvPr/>
        </p:nvSpPr>
        <p:spPr>
          <a:xfrm>
            <a:off x="1818640" y="4391696"/>
            <a:ext cx="5720080" cy="2374864"/>
          </a:xfrm>
          <a:prstGeom prst="roundRect">
            <a:avLst>
              <a:gd name="adj" fmla="val 21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8F8273-2300-959D-016C-7FB39EF05C40}"/>
              </a:ext>
            </a:extLst>
          </p:cNvPr>
          <p:cNvSpPr>
            <a:spLocks/>
          </p:cNvSpPr>
          <p:nvPr/>
        </p:nvSpPr>
        <p:spPr>
          <a:xfrm>
            <a:off x="7650480" y="4391696"/>
            <a:ext cx="4460240" cy="2338562"/>
          </a:xfrm>
          <a:prstGeom prst="roundRect">
            <a:avLst>
              <a:gd name="adj" fmla="val 21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B77788-F1DA-9A4B-CC76-02E71A858DF5}"/>
              </a:ext>
            </a:extLst>
          </p:cNvPr>
          <p:cNvSpPr>
            <a:spLocks/>
          </p:cNvSpPr>
          <p:nvPr/>
        </p:nvSpPr>
        <p:spPr>
          <a:xfrm>
            <a:off x="9499600" y="1963456"/>
            <a:ext cx="2611121" cy="233422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09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1FC75-D050-EA4A-4D39-B6A8C3FFF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12"/>
            <a:ext cx="12192000" cy="68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55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27403D-E76B-810A-5330-BF006F1AFABB}"/>
              </a:ext>
            </a:extLst>
          </p:cNvPr>
          <p:cNvSpPr/>
          <p:nvPr/>
        </p:nvSpPr>
        <p:spPr>
          <a:xfrm>
            <a:off x="10180320" y="752410"/>
            <a:ext cx="1685213" cy="1157669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7E09FF-3F81-EBCF-0729-A8055F85052D}"/>
              </a:ext>
            </a:extLst>
          </p:cNvPr>
          <p:cNvSpPr>
            <a:spLocks/>
          </p:cNvSpPr>
          <p:nvPr/>
        </p:nvSpPr>
        <p:spPr>
          <a:xfrm>
            <a:off x="10220960" y="752410"/>
            <a:ext cx="1889760" cy="1157669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28839F-5174-19B9-7DF2-26ACCBDDB64E}"/>
              </a:ext>
            </a:extLst>
          </p:cNvPr>
          <p:cNvSpPr/>
          <p:nvPr/>
        </p:nvSpPr>
        <p:spPr>
          <a:xfrm>
            <a:off x="40640" y="81280"/>
            <a:ext cx="1666240" cy="668528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FF8BF4-8DD8-BCF7-6EDC-3A115FDFA208}"/>
              </a:ext>
            </a:extLst>
          </p:cNvPr>
          <p:cNvSpPr/>
          <p:nvPr/>
        </p:nvSpPr>
        <p:spPr>
          <a:xfrm>
            <a:off x="1818640" y="81279"/>
            <a:ext cx="10292080" cy="600440"/>
          </a:xfrm>
          <a:prstGeom prst="roundRect">
            <a:avLst>
              <a:gd name="adj" fmla="val 18519"/>
            </a:avLst>
          </a:prstGeom>
          <a:gradFill flip="none" rotWithShape="1"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97E93A-555B-1DAC-77EE-DB1A05DB3D5F}"/>
              </a:ext>
            </a:extLst>
          </p:cNvPr>
          <p:cNvSpPr/>
          <p:nvPr/>
        </p:nvSpPr>
        <p:spPr>
          <a:xfrm>
            <a:off x="1818640" y="752410"/>
            <a:ext cx="1685213" cy="1157669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AE7721-2163-8148-B8E6-13797D64B0AF}"/>
              </a:ext>
            </a:extLst>
          </p:cNvPr>
          <p:cNvSpPr>
            <a:spLocks/>
          </p:cNvSpPr>
          <p:nvPr/>
        </p:nvSpPr>
        <p:spPr>
          <a:xfrm>
            <a:off x="1855550" y="752410"/>
            <a:ext cx="1852850" cy="1157669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0EB685-64F8-D459-9456-1CAD5F43C44A}"/>
              </a:ext>
            </a:extLst>
          </p:cNvPr>
          <p:cNvSpPr/>
          <p:nvPr/>
        </p:nvSpPr>
        <p:spPr>
          <a:xfrm>
            <a:off x="5967650" y="752410"/>
            <a:ext cx="1685213" cy="1157669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7B2F77-8F08-3A75-9B93-298F6468C4B6}"/>
              </a:ext>
            </a:extLst>
          </p:cNvPr>
          <p:cNvSpPr>
            <a:spLocks/>
          </p:cNvSpPr>
          <p:nvPr/>
        </p:nvSpPr>
        <p:spPr>
          <a:xfrm>
            <a:off x="6004560" y="752410"/>
            <a:ext cx="1852850" cy="1157669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8746F19-6C06-A312-C9F9-F5065D575097}"/>
              </a:ext>
            </a:extLst>
          </p:cNvPr>
          <p:cNvSpPr>
            <a:spLocks/>
          </p:cNvSpPr>
          <p:nvPr/>
        </p:nvSpPr>
        <p:spPr>
          <a:xfrm>
            <a:off x="3906523" y="752410"/>
            <a:ext cx="1852850" cy="1157669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2A441B-70D8-724F-601B-1CCEEFCDC589}"/>
              </a:ext>
            </a:extLst>
          </p:cNvPr>
          <p:cNvSpPr>
            <a:spLocks/>
          </p:cNvSpPr>
          <p:nvPr/>
        </p:nvSpPr>
        <p:spPr>
          <a:xfrm>
            <a:off x="8082283" y="752409"/>
            <a:ext cx="1852850" cy="1157669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21443F2-CE93-9561-0F8F-1B8B1F4322E5}"/>
              </a:ext>
            </a:extLst>
          </p:cNvPr>
          <p:cNvSpPr>
            <a:spLocks/>
          </p:cNvSpPr>
          <p:nvPr/>
        </p:nvSpPr>
        <p:spPr>
          <a:xfrm>
            <a:off x="1818640" y="1990928"/>
            <a:ext cx="3454400" cy="2428672"/>
          </a:xfrm>
          <a:prstGeom prst="roundRect">
            <a:avLst>
              <a:gd name="adj" fmla="val 228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03BE6C-7701-0315-43D5-77AA53EAC5AC}"/>
              </a:ext>
            </a:extLst>
          </p:cNvPr>
          <p:cNvSpPr>
            <a:spLocks/>
          </p:cNvSpPr>
          <p:nvPr/>
        </p:nvSpPr>
        <p:spPr>
          <a:xfrm>
            <a:off x="5344160" y="1990928"/>
            <a:ext cx="3352800" cy="2428672"/>
          </a:xfrm>
          <a:prstGeom prst="roundRect">
            <a:avLst>
              <a:gd name="adj" fmla="val 228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5E54214-800F-2F93-B706-15E62B3F9941}"/>
              </a:ext>
            </a:extLst>
          </p:cNvPr>
          <p:cNvSpPr>
            <a:spLocks/>
          </p:cNvSpPr>
          <p:nvPr/>
        </p:nvSpPr>
        <p:spPr>
          <a:xfrm>
            <a:off x="8768080" y="1990928"/>
            <a:ext cx="3352800" cy="2428672"/>
          </a:xfrm>
          <a:prstGeom prst="roundRect">
            <a:avLst>
              <a:gd name="adj" fmla="val 228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E6BEC0-359B-133F-CC5C-1E8BE54D2E1B}"/>
              </a:ext>
            </a:extLst>
          </p:cNvPr>
          <p:cNvSpPr>
            <a:spLocks/>
          </p:cNvSpPr>
          <p:nvPr/>
        </p:nvSpPr>
        <p:spPr>
          <a:xfrm>
            <a:off x="1818639" y="4493220"/>
            <a:ext cx="3454400" cy="2273340"/>
          </a:xfrm>
          <a:prstGeom prst="roundRect">
            <a:avLst>
              <a:gd name="adj" fmla="val 228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15C3016-42C4-ACF3-2942-A3C4BB8F660E}"/>
              </a:ext>
            </a:extLst>
          </p:cNvPr>
          <p:cNvSpPr>
            <a:spLocks/>
          </p:cNvSpPr>
          <p:nvPr/>
        </p:nvSpPr>
        <p:spPr>
          <a:xfrm>
            <a:off x="5384798" y="4493220"/>
            <a:ext cx="6725922" cy="2273340"/>
          </a:xfrm>
          <a:prstGeom prst="roundRect">
            <a:avLst>
              <a:gd name="adj" fmla="val 228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175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A37AA6-58E8-CB5B-0114-F5A49ED97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800"/>
            <a:ext cx="12159476" cy="695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29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4FBD5E-9A04-D3F7-F4A1-9AC236F62C93}"/>
              </a:ext>
            </a:extLst>
          </p:cNvPr>
          <p:cNvSpPr/>
          <p:nvPr/>
        </p:nvSpPr>
        <p:spPr>
          <a:xfrm>
            <a:off x="40640" y="81280"/>
            <a:ext cx="1666240" cy="668528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923B7B-0CF4-6549-EE74-D0EE865898F8}"/>
              </a:ext>
            </a:extLst>
          </p:cNvPr>
          <p:cNvSpPr/>
          <p:nvPr/>
        </p:nvSpPr>
        <p:spPr>
          <a:xfrm>
            <a:off x="1818640" y="81279"/>
            <a:ext cx="10292080" cy="680720"/>
          </a:xfrm>
          <a:prstGeom prst="roundRect">
            <a:avLst>
              <a:gd name="adj" fmla="val 18519"/>
            </a:avLst>
          </a:prstGeom>
          <a:gradFill flip="none" rotWithShape="1"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B1E39F-5DBD-D092-A767-75AD869AA438}"/>
              </a:ext>
            </a:extLst>
          </p:cNvPr>
          <p:cNvSpPr/>
          <p:nvPr/>
        </p:nvSpPr>
        <p:spPr>
          <a:xfrm>
            <a:off x="1818640" y="853441"/>
            <a:ext cx="1805343" cy="975359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E1CACA-1BED-2BAB-C67F-3889335E8330}"/>
              </a:ext>
            </a:extLst>
          </p:cNvPr>
          <p:cNvSpPr>
            <a:spLocks/>
          </p:cNvSpPr>
          <p:nvPr/>
        </p:nvSpPr>
        <p:spPr>
          <a:xfrm>
            <a:off x="1855550" y="853441"/>
            <a:ext cx="1984930" cy="975359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44776A-08F6-2EB0-54BF-97162BCEA244}"/>
              </a:ext>
            </a:extLst>
          </p:cNvPr>
          <p:cNvSpPr/>
          <p:nvPr/>
        </p:nvSpPr>
        <p:spPr>
          <a:xfrm>
            <a:off x="7366000" y="853441"/>
            <a:ext cx="1805343" cy="975359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9BD46C-223E-7ACA-45AD-7064CD64DB65}"/>
              </a:ext>
            </a:extLst>
          </p:cNvPr>
          <p:cNvSpPr>
            <a:spLocks/>
          </p:cNvSpPr>
          <p:nvPr/>
        </p:nvSpPr>
        <p:spPr>
          <a:xfrm>
            <a:off x="7407397" y="853439"/>
            <a:ext cx="1984930" cy="975359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CF4C54-1BB5-0CFC-8DF6-C17398E7051F}"/>
              </a:ext>
            </a:extLst>
          </p:cNvPr>
          <p:cNvSpPr>
            <a:spLocks/>
          </p:cNvSpPr>
          <p:nvPr/>
        </p:nvSpPr>
        <p:spPr>
          <a:xfrm>
            <a:off x="4554759" y="853439"/>
            <a:ext cx="1984930" cy="975359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4CEE22-2FF8-4480-F226-D259BFAC676C}"/>
              </a:ext>
            </a:extLst>
          </p:cNvPr>
          <p:cNvSpPr>
            <a:spLocks/>
          </p:cNvSpPr>
          <p:nvPr/>
        </p:nvSpPr>
        <p:spPr>
          <a:xfrm>
            <a:off x="10125790" y="853440"/>
            <a:ext cx="1984930" cy="975359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6127CE6-8D41-6286-F8A6-68A534C8D02C}"/>
              </a:ext>
            </a:extLst>
          </p:cNvPr>
          <p:cNvSpPr>
            <a:spLocks/>
          </p:cNvSpPr>
          <p:nvPr/>
        </p:nvSpPr>
        <p:spPr>
          <a:xfrm>
            <a:off x="1818640" y="1940560"/>
            <a:ext cx="2865120" cy="1569720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A8F4E2-1397-49CC-FD7A-49E04F077ACD}"/>
              </a:ext>
            </a:extLst>
          </p:cNvPr>
          <p:cNvSpPr>
            <a:spLocks/>
          </p:cNvSpPr>
          <p:nvPr/>
        </p:nvSpPr>
        <p:spPr>
          <a:xfrm>
            <a:off x="1818641" y="3556003"/>
            <a:ext cx="2865120" cy="1539240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A20F787-8E4C-2CD8-BEA8-F9452406E9CA}"/>
              </a:ext>
            </a:extLst>
          </p:cNvPr>
          <p:cNvSpPr>
            <a:spLocks/>
          </p:cNvSpPr>
          <p:nvPr/>
        </p:nvSpPr>
        <p:spPr>
          <a:xfrm>
            <a:off x="1818640" y="5140966"/>
            <a:ext cx="2865120" cy="1635755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FE95611-EB96-C3C2-CE4A-3B7BF3F74E31}"/>
              </a:ext>
            </a:extLst>
          </p:cNvPr>
          <p:cNvSpPr>
            <a:spLocks/>
          </p:cNvSpPr>
          <p:nvPr/>
        </p:nvSpPr>
        <p:spPr>
          <a:xfrm>
            <a:off x="4836160" y="1920240"/>
            <a:ext cx="2865120" cy="2123440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510390-9CA8-4CF3-ACBA-6AC15F35C076}"/>
              </a:ext>
            </a:extLst>
          </p:cNvPr>
          <p:cNvSpPr>
            <a:spLocks/>
          </p:cNvSpPr>
          <p:nvPr/>
        </p:nvSpPr>
        <p:spPr>
          <a:xfrm>
            <a:off x="4825998" y="4094480"/>
            <a:ext cx="2875281" cy="26720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7F94B6-DC1A-F755-C94D-38A96F1AD6BF}"/>
              </a:ext>
            </a:extLst>
          </p:cNvPr>
          <p:cNvSpPr>
            <a:spLocks/>
          </p:cNvSpPr>
          <p:nvPr/>
        </p:nvSpPr>
        <p:spPr>
          <a:xfrm>
            <a:off x="7823201" y="1930400"/>
            <a:ext cx="4287520" cy="2631440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A190A65-4C04-B58B-01E9-EF69F82C2B5E}"/>
              </a:ext>
            </a:extLst>
          </p:cNvPr>
          <p:cNvSpPr>
            <a:spLocks/>
          </p:cNvSpPr>
          <p:nvPr/>
        </p:nvSpPr>
        <p:spPr>
          <a:xfrm>
            <a:off x="7823201" y="4665981"/>
            <a:ext cx="4287520" cy="2110740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861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0B0A23F4-E56F-A857-E2F6-9337615E7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2"/>
            <a:ext cx="12171668" cy="684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616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CAD74-E8EE-3F44-EB1D-5F98EAB92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A7AE3BE-2F64-CE17-793D-0EEB3ED18B13}"/>
              </a:ext>
            </a:extLst>
          </p:cNvPr>
          <p:cNvSpPr/>
          <p:nvPr/>
        </p:nvSpPr>
        <p:spPr>
          <a:xfrm>
            <a:off x="10216020" y="914400"/>
            <a:ext cx="1642004" cy="115824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FDFB067-2C12-4E08-7410-356F65F9CFCD}"/>
              </a:ext>
            </a:extLst>
          </p:cNvPr>
          <p:cNvSpPr>
            <a:spLocks/>
          </p:cNvSpPr>
          <p:nvPr/>
        </p:nvSpPr>
        <p:spPr>
          <a:xfrm>
            <a:off x="10255612" y="916520"/>
            <a:ext cx="1805343" cy="115824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16ED34-D1E7-2F75-2A1D-BC1AB0EEF02B}"/>
              </a:ext>
            </a:extLst>
          </p:cNvPr>
          <p:cNvSpPr/>
          <p:nvPr/>
        </p:nvSpPr>
        <p:spPr>
          <a:xfrm>
            <a:off x="5950759" y="914400"/>
            <a:ext cx="1642004" cy="115824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6194F54-26CB-AB6A-5A7B-E94FD7A22971}"/>
              </a:ext>
            </a:extLst>
          </p:cNvPr>
          <p:cNvSpPr>
            <a:spLocks/>
          </p:cNvSpPr>
          <p:nvPr/>
        </p:nvSpPr>
        <p:spPr>
          <a:xfrm>
            <a:off x="5980191" y="916520"/>
            <a:ext cx="1805343" cy="115824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FBA2FA-D933-336C-DB76-082F3CDB2B9A}"/>
              </a:ext>
            </a:extLst>
          </p:cNvPr>
          <p:cNvSpPr/>
          <p:nvPr/>
        </p:nvSpPr>
        <p:spPr>
          <a:xfrm>
            <a:off x="1788161" y="914400"/>
            <a:ext cx="1642004" cy="115824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7653C2-BA90-A11D-3C14-BEB935D74919}"/>
              </a:ext>
            </a:extLst>
          </p:cNvPr>
          <p:cNvSpPr>
            <a:spLocks/>
          </p:cNvSpPr>
          <p:nvPr/>
        </p:nvSpPr>
        <p:spPr>
          <a:xfrm>
            <a:off x="1817593" y="916520"/>
            <a:ext cx="1805343" cy="115824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611536-7CE1-FF79-1A8E-E6723974D57E}"/>
              </a:ext>
            </a:extLst>
          </p:cNvPr>
          <p:cNvSpPr/>
          <p:nvPr/>
        </p:nvSpPr>
        <p:spPr>
          <a:xfrm>
            <a:off x="40640" y="81280"/>
            <a:ext cx="1666240" cy="668528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9B053D-C469-0634-D80E-3F0E4449DFCC}"/>
              </a:ext>
            </a:extLst>
          </p:cNvPr>
          <p:cNvSpPr/>
          <p:nvPr/>
        </p:nvSpPr>
        <p:spPr>
          <a:xfrm>
            <a:off x="1818640" y="81278"/>
            <a:ext cx="10292080" cy="690881"/>
          </a:xfrm>
          <a:prstGeom prst="roundRect">
            <a:avLst>
              <a:gd name="adj" fmla="val 18519"/>
            </a:avLst>
          </a:prstGeom>
          <a:gradFill flip="none" rotWithShape="1"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A250BDE-A978-FB97-A166-78F62DC74A4D}"/>
              </a:ext>
            </a:extLst>
          </p:cNvPr>
          <p:cNvSpPr>
            <a:spLocks/>
          </p:cNvSpPr>
          <p:nvPr/>
        </p:nvSpPr>
        <p:spPr>
          <a:xfrm>
            <a:off x="1817592" y="2328760"/>
            <a:ext cx="3100895" cy="2060360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26A185F-25B4-0A7A-D091-2AC6A56678EF}"/>
              </a:ext>
            </a:extLst>
          </p:cNvPr>
          <p:cNvSpPr>
            <a:spLocks/>
          </p:cNvSpPr>
          <p:nvPr/>
        </p:nvSpPr>
        <p:spPr>
          <a:xfrm>
            <a:off x="1817592" y="4624920"/>
            <a:ext cx="3497972" cy="2141639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FD986F-4295-4CC2-C497-613D150260ED}"/>
              </a:ext>
            </a:extLst>
          </p:cNvPr>
          <p:cNvSpPr>
            <a:spLocks/>
          </p:cNvSpPr>
          <p:nvPr/>
        </p:nvSpPr>
        <p:spPr>
          <a:xfrm>
            <a:off x="5029200" y="2328760"/>
            <a:ext cx="3536728" cy="2060360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C9D86FF-E1E5-5E6A-1596-947C3D1875C5}"/>
              </a:ext>
            </a:extLst>
          </p:cNvPr>
          <p:cNvSpPr>
            <a:spLocks/>
          </p:cNvSpPr>
          <p:nvPr/>
        </p:nvSpPr>
        <p:spPr>
          <a:xfrm>
            <a:off x="5426276" y="4624920"/>
            <a:ext cx="6634680" cy="2141640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7571395-491A-2F4B-3431-E9E11D452CA2}"/>
              </a:ext>
            </a:extLst>
          </p:cNvPr>
          <p:cNvSpPr>
            <a:spLocks/>
          </p:cNvSpPr>
          <p:nvPr/>
        </p:nvSpPr>
        <p:spPr>
          <a:xfrm>
            <a:off x="8676641" y="2310560"/>
            <a:ext cx="3384314" cy="2078560"/>
          </a:xfrm>
          <a:prstGeom prst="roundRect">
            <a:avLst>
              <a:gd name="adj" fmla="val 1961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E2CB57E-99E4-BF20-CDF1-6C3438515C4C}"/>
              </a:ext>
            </a:extLst>
          </p:cNvPr>
          <p:cNvSpPr>
            <a:spLocks/>
          </p:cNvSpPr>
          <p:nvPr/>
        </p:nvSpPr>
        <p:spPr>
          <a:xfrm>
            <a:off x="3860935" y="896417"/>
            <a:ext cx="1805343" cy="115824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14F6F04-1E0E-C214-EAF9-017B0CE4F033}"/>
              </a:ext>
            </a:extLst>
          </p:cNvPr>
          <p:cNvSpPr>
            <a:spLocks/>
          </p:cNvSpPr>
          <p:nvPr/>
        </p:nvSpPr>
        <p:spPr>
          <a:xfrm>
            <a:off x="8099447" y="916520"/>
            <a:ext cx="1805343" cy="115824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076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D90F42-48BF-28DF-EB6F-2A36F2D47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72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ADAFCF-7C09-3459-B510-64D5C0E238AD}"/>
              </a:ext>
            </a:extLst>
          </p:cNvPr>
          <p:cNvSpPr/>
          <p:nvPr/>
        </p:nvSpPr>
        <p:spPr>
          <a:xfrm>
            <a:off x="40640" y="81280"/>
            <a:ext cx="1666240" cy="668528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B65BC2-8B76-C48A-9100-34DA05D38456}"/>
              </a:ext>
            </a:extLst>
          </p:cNvPr>
          <p:cNvSpPr/>
          <p:nvPr/>
        </p:nvSpPr>
        <p:spPr>
          <a:xfrm>
            <a:off x="1818640" y="81279"/>
            <a:ext cx="10292080" cy="698465"/>
          </a:xfrm>
          <a:prstGeom prst="roundRect">
            <a:avLst>
              <a:gd name="adj" fmla="val 18519"/>
            </a:avLst>
          </a:prstGeom>
          <a:gradFill flip="none" rotWithShape="1">
            <a:gsLst>
              <a:gs pos="0">
                <a:srgbClr val="29355C"/>
              </a:gs>
              <a:gs pos="40000">
                <a:srgbClr val="415E91"/>
              </a:gs>
              <a:gs pos="75000">
                <a:srgbClr val="4B64AB"/>
              </a:gs>
              <a:gs pos="100000">
                <a:srgbClr val="3D518C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C4CC58-5DE2-95A0-1623-B3C59446B1F6}"/>
              </a:ext>
            </a:extLst>
          </p:cNvPr>
          <p:cNvSpPr/>
          <p:nvPr/>
        </p:nvSpPr>
        <p:spPr>
          <a:xfrm>
            <a:off x="1818640" y="904240"/>
            <a:ext cx="1636569" cy="104436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574AD1-0FE2-5603-25D3-EBD892487D0D}"/>
              </a:ext>
            </a:extLst>
          </p:cNvPr>
          <p:cNvSpPr>
            <a:spLocks/>
          </p:cNvSpPr>
          <p:nvPr/>
        </p:nvSpPr>
        <p:spPr>
          <a:xfrm>
            <a:off x="1848073" y="906360"/>
            <a:ext cx="1890807" cy="104436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03FEFC2-CAFF-B980-E791-3DDE8190BD42}"/>
              </a:ext>
            </a:extLst>
          </p:cNvPr>
          <p:cNvSpPr/>
          <p:nvPr/>
        </p:nvSpPr>
        <p:spPr>
          <a:xfrm>
            <a:off x="7386320" y="904240"/>
            <a:ext cx="1636569" cy="1044360"/>
          </a:xfrm>
          <a:prstGeom prst="roundRect">
            <a:avLst>
              <a:gd name="adj" fmla="val 6463"/>
            </a:avLst>
          </a:prstGeom>
          <a:solidFill>
            <a:srgbClr val="2E41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663BACD-B023-A2FB-7509-248A067A0395}"/>
              </a:ext>
            </a:extLst>
          </p:cNvPr>
          <p:cNvSpPr>
            <a:spLocks/>
          </p:cNvSpPr>
          <p:nvPr/>
        </p:nvSpPr>
        <p:spPr>
          <a:xfrm>
            <a:off x="7415753" y="906360"/>
            <a:ext cx="1890807" cy="104436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79B998-83CB-3621-C22F-FF62E001E2DE}"/>
              </a:ext>
            </a:extLst>
          </p:cNvPr>
          <p:cNvSpPr>
            <a:spLocks/>
          </p:cNvSpPr>
          <p:nvPr/>
        </p:nvSpPr>
        <p:spPr>
          <a:xfrm>
            <a:off x="4602480" y="904240"/>
            <a:ext cx="1890807" cy="104436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7517B7-4380-E25B-AF7A-B83946BAD924}"/>
              </a:ext>
            </a:extLst>
          </p:cNvPr>
          <p:cNvSpPr>
            <a:spLocks/>
          </p:cNvSpPr>
          <p:nvPr/>
        </p:nvSpPr>
        <p:spPr>
          <a:xfrm>
            <a:off x="10219913" y="904240"/>
            <a:ext cx="1890807" cy="1044360"/>
          </a:xfrm>
          <a:prstGeom prst="roundRect">
            <a:avLst>
              <a:gd name="adj" fmla="val 64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72BDB52-2109-F6A3-EB15-7A15126708D3}"/>
              </a:ext>
            </a:extLst>
          </p:cNvPr>
          <p:cNvSpPr>
            <a:spLocks/>
          </p:cNvSpPr>
          <p:nvPr/>
        </p:nvSpPr>
        <p:spPr>
          <a:xfrm>
            <a:off x="1848073" y="2073096"/>
            <a:ext cx="4928647" cy="2234744"/>
          </a:xfrm>
          <a:prstGeom prst="roundRect">
            <a:avLst>
              <a:gd name="adj" fmla="val 237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ABF9B35-F12C-0AC2-F4CF-AF152A98E581}"/>
              </a:ext>
            </a:extLst>
          </p:cNvPr>
          <p:cNvSpPr>
            <a:spLocks/>
          </p:cNvSpPr>
          <p:nvPr/>
        </p:nvSpPr>
        <p:spPr>
          <a:xfrm>
            <a:off x="6917913" y="2073096"/>
            <a:ext cx="5192807" cy="2234744"/>
          </a:xfrm>
          <a:prstGeom prst="roundRect">
            <a:avLst>
              <a:gd name="adj" fmla="val 237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7A6D30-015D-94CB-0A4D-E868F85FB3DF}"/>
              </a:ext>
            </a:extLst>
          </p:cNvPr>
          <p:cNvSpPr>
            <a:spLocks/>
          </p:cNvSpPr>
          <p:nvPr/>
        </p:nvSpPr>
        <p:spPr>
          <a:xfrm>
            <a:off x="1848073" y="4420056"/>
            <a:ext cx="3963447" cy="2346504"/>
          </a:xfrm>
          <a:prstGeom prst="roundRect">
            <a:avLst>
              <a:gd name="adj" fmla="val 237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306A220-4C38-D709-65C6-AA791A12FFED}"/>
              </a:ext>
            </a:extLst>
          </p:cNvPr>
          <p:cNvSpPr>
            <a:spLocks/>
          </p:cNvSpPr>
          <p:nvPr/>
        </p:nvSpPr>
        <p:spPr>
          <a:xfrm>
            <a:off x="5952713" y="4420056"/>
            <a:ext cx="6158007" cy="2346504"/>
          </a:xfrm>
          <a:prstGeom prst="roundRect">
            <a:avLst>
              <a:gd name="adj" fmla="val 237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432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271</Words>
  <Application>Microsoft Office PowerPoint</Application>
  <PresentationFormat>Widescreen</PresentationFormat>
  <Paragraphs>54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Eslam Shaban</dc:creator>
  <cp:lastModifiedBy>Eslam Shaban</cp:lastModifiedBy>
  <cp:revision>22</cp:revision>
  <dcterms:created xsi:type="dcterms:W3CDTF">2025-11-05T10:04:21Z</dcterms:created>
  <dcterms:modified xsi:type="dcterms:W3CDTF">2025-11-12T16:22:01Z</dcterms:modified>
</cp:coreProperties>
</file>